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5" r:id="rId2"/>
    <p:sldId id="268" r:id="rId3"/>
    <p:sldId id="269" r:id="rId4"/>
    <p:sldId id="266" r:id="rId5"/>
    <p:sldId id="267" r:id="rId6"/>
    <p:sldId id="264" r:id="rId7"/>
    <p:sldId id="256" r:id="rId8"/>
    <p:sldId id="257" r:id="rId9"/>
    <p:sldId id="259" r:id="rId10"/>
    <p:sldId id="258" r:id="rId11"/>
    <p:sldId id="261" r:id="rId12"/>
    <p:sldId id="260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819E204-2995-48A8-B5DA-1E9FA5F62DA5}">
          <p14:sldIdLst>
            <p14:sldId id="265"/>
            <p14:sldId id="268"/>
            <p14:sldId id="269"/>
            <p14:sldId id="266"/>
            <p14:sldId id="267"/>
            <p14:sldId id="264"/>
            <p14:sldId id="256"/>
            <p14:sldId id="257"/>
            <p14:sldId id="259"/>
            <p14:sldId id="258"/>
            <p14:sldId id="261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66" d="100"/>
          <a:sy n="66" d="100"/>
        </p:scale>
        <p:origin x="132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iya yadav" userId="7b4ded8ac951f3c4" providerId="LiveId" clId="{A9BFA6D9-AA65-41BF-9FE9-52ED1E16C3C5}"/>
    <pc:docChg chg="undo custSel addSld delSld modSld sldOrd delSection modSection">
      <pc:chgData name="saniya yadav" userId="7b4ded8ac951f3c4" providerId="LiveId" clId="{A9BFA6D9-AA65-41BF-9FE9-52ED1E16C3C5}" dt="2026-02-24T07:24:21.250" v="324"/>
      <pc:docMkLst>
        <pc:docMk/>
      </pc:docMkLst>
      <pc:sldChg chg="setBg">
        <pc:chgData name="saniya yadav" userId="7b4ded8ac951f3c4" providerId="LiveId" clId="{A9BFA6D9-AA65-41BF-9FE9-52ED1E16C3C5}" dt="2026-02-23T11:01:36.032" v="67"/>
        <pc:sldMkLst>
          <pc:docMk/>
          <pc:sldMk cId="546532291" sldId="256"/>
        </pc:sldMkLst>
      </pc:sldChg>
      <pc:sldChg chg="modSp mod">
        <pc:chgData name="saniya yadav" userId="7b4ded8ac951f3c4" providerId="LiveId" clId="{A9BFA6D9-AA65-41BF-9FE9-52ED1E16C3C5}" dt="2026-02-23T11:01:32.753" v="65"/>
        <pc:sldMkLst>
          <pc:docMk/>
          <pc:sldMk cId="1682231869" sldId="257"/>
        </pc:sldMkLst>
        <pc:spChg chg="mod">
          <ac:chgData name="saniya yadav" userId="7b4ded8ac951f3c4" providerId="LiveId" clId="{A9BFA6D9-AA65-41BF-9FE9-52ED1E16C3C5}" dt="2026-02-23T11:01:32.753" v="65"/>
          <ac:spMkLst>
            <pc:docMk/>
            <pc:sldMk cId="1682231869" sldId="257"/>
            <ac:spMk id="2" creationId="{4838745D-DEAA-1C3C-0FF1-A20E22FCAB7E}"/>
          </ac:spMkLst>
        </pc:spChg>
        <pc:spChg chg="mod">
          <ac:chgData name="saniya yadav" userId="7b4ded8ac951f3c4" providerId="LiveId" clId="{A9BFA6D9-AA65-41BF-9FE9-52ED1E16C3C5}" dt="2026-02-23T11:01:32.753" v="65"/>
          <ac:spMkLst>
            <pc:docMk/>
            <pc:sldMk cId="1682231869" sldId="257"/>
            <ac:spMk id="3" creationId="{0293215E-5FB9-E34A-CA18-D49A81C9C4D5}"/>
          </ac:spMkLst>
        </pc:spChg>
      </pc:sldChg>
      <pc:sldChg chg="modSp mod">
        <pc:chgData name="saniya yadav" userId="7b4ded8ac951f3c4" providerId="LiveId" clId="{A9BFA6D9-AA65-41BF-9FE9-52ED1E16C3C5}" dt="2026-02-24T07:09:50.876" v="273" actId="14100"/>
        <pc:sldMkLst>
          <pc:docMk/>
          <pc:sldMk cId="2027529071" sldId="258"/>
        </pc:sldMkLst>
        <pc:spChg chg="mod">
          <ac:chgData name="saniya yadav" userId="7b4ded8ac951f3c4" providerId="LiveId" clId="{A9BFA6D9-AA65-41BF-9FE9-52ED1E16C3C5}" dt="2026-02-23T11:01:32.753" v="65"/>
          <ac:spMkLst>
            <pc:docMk/>
            <pc:sldMk cId="2027529071" sldId="258"/>
            <ac:spMk id="3" creationId="{2E7A59F7-75A9-5377-C069-F1529A21ACA9}"/>
          </ac:spMkLst>
        </pc:spChg>
        <pc:picChg chg="mod modCrop">
          <ac:chgData name="saniya yadav" userId="7b4ded8ac951f3c4" providerId="LiveId" clId="{A9BFA6D9-AA65-41BF-9FE9-52ED1E16C3C5}" dt="2026-02-24T07:09:50.876" v="273" actId="14100"/>
          <ac:picMkLst>
            <pc:docMk/>
            <pc:sldMk cId="2027529071" sldId="258"/>
            <ac:picMk id="5" creationId="{E452E5C7-1061-3194-C633-DA1C4161C689}"/>
          </ac:picMkLst>
        </pc:picChg>
      </pc:sldChg>
      <pc:sldChg chg="modSp">
        <pc:chgData name="saniya yadav" userId="7b4ded8ac951f3c4" providerId="LiveId" clId="{A9BFA6D9-AA65-41BF-9FE9-52ED1E16C3C5}" dt="2026-02-23T11:01:32.753" v="65"/>
        <pc:sldMkLst>
          <pc:docMk/>
          <pc:sldMk cId="434684620" sldId="259"/>
        </pc:sldMkLst>
        <pc:spChg chg="mod">
          <ac:chgData name="saniya yadav" userId="7b4ded8ac951f3c4" providerId="LiveId" clId="{A9BFA6D9-AA65-41BF-9FE9-52ED1E16C3C5}" dt="2026-02-23T11:01:32.753" v="65"/>
          <ac:spMkLst>
            <pc:docMk/>
            <pc:sldMk cId="434684620" sldId="259"/>
            <ac:spMk id="2" creationId="{120A1C9D-51C8-CC80-31CE-F620D1AC1B6F}"/>
          </ac:spMkLst>
        </pc:spChg>
      </pc:sldChg>
      <pc:sldChg chg="modSp">
        <pc:chgData name="saniya yadav" userId="7b4ded8ac951f3c4" providerId="LiveId" clId="{A9BFA6D9-AA65-41BF-9FE9-52ED1E16C3C5}" dt="2026-02-23T11:01:32.753" v="65"/>
        <pc:sldMkLst>
          <pc:docMk/>
          <pc:sldMk cId="266005528" sldId="260"/>
        </pc:sldMkLst>
        <pc:spChg chg="mod">
          <ac:chgData name="saniya yadav" userId="7b4ded8ac951f3c4" providerId="LiveId" clId="{A9BFA6D9-AA65-41BF-9FE9-52ED1E16C3C5}" dt="2026-02-23T11:01:32.753" v="65"/>
          <ac:spMkLst>
            <pc:docMk/>
            <pc:sldMk cId="266005528" sldId="260"/>
            <ac:spMk id="2" creationId="{C35A5498-E92E-0A1F-175A-1CDF62AA7400}"/>
          </ac:spMkLst>
        </pc:spChg>
      </pc:sldChg>
      <pc:sldChg chg="modSp mod">
        <pc:chgData name="saniya yadav" userId="7b4ded8ac951f3c4" providerId="LiveId" clId="{A9BFA6D9-AA65-41BF-9FE9-52ED1E16C3C5}" dt="2026-02-24T07:10:16.013" v="296" actId="207"/>
        <pc:sldMkLst>
          <pc:docMk/>
          <pc:sldMk cId="3334483296" sldId="261"/>
        </pc:sldMkLst>
        <pc:spChg chg="mod">
          <ac:chgData name="saniya yadav" userId="7b4ded8ac951f3c4" providerId="LiveId" clId="{A9BFA6D9-AA65-41BF-9FE9-52ED1E16C3C5}" dt="2026-02-24T07:10:16.013" v="296" actId="207"/>
          <ac:spMkLst>
            <pc:docMk/>
            <pc:sldMk cId="3334483296" sldId="261"/>
            <ac:spMk id="2" creationId="{821C08FD-4ED2-BB8E-63CA-20AB50D0E16D}"/>
          </ac:spMkLst>
        </pc:spChg>
        <pc:spChg chg="mod">
          <ac:chgData name="saniya yadav" userId="7b4ded8ac951f3c4" providerId="LiveId" clId="{A9BFA6D9-AA65-41BF-9FE9-52ED1E16C3C5}" dt="2026-02-23T11:01:32.753" v="65"/>
          <ac:spMkLst>
            <pc:docMk/>
            <pc:sldMk cId="3334483296" sldId="261"/>
            <ac:spMk id="3" creationId="{ADF5D34A-4CDC-5D1E-8E75-832D2720FBFF}"/>
          </ac:spMkLst>
        </pc:spChg>
      </pc:sldChg>
      <pc:sldChg chg="modSp mod">
        <pc:chgData name="saniya yadav" userId="7b4ded8ac951f3c4" providerId="LiveId" clId="{A9BFA6D9-AA65-41BF-9FE9-52ED1E16C3C5}" dt="2026-02-23T11:01:32.753" v="65"/>
        <pc:sldMkLst>
          <pc:docMk/>
          <pc:sldMk cId="4067324861" sldId="262"/>
        </pc:sldMkLst>
        <pc:spChg chg="mod">
          <ac:chgData name="saniya yadav" userId="7b4ded8ac951f3c4" providerId="LiveId" clId="{A9BFA6D9-AA65-41BF-9FE9-52ED1E16C3C5}" dt="2026-02-23T11:01:32.753" v="65"/>
          <ac:spMkLst>
            <pc:docMk/>
            <pc:sldMk cId="4067324861" sldId="262"/>
            <ac:spMk id="2" creationId="{1CC5833C-2CB3-2029-8E47-96BF6954EED3}"/>
          </ac:spMkLst>
        </pc:spChg>
      </pc:sldChg>
      <pc:sldChg chg="modSp mod">
        <pc:chgData name="saniya yadav" userId="7b4ded8ac951f3c4" providerId="LiveId" clId="{A9BFA6D9-AA65-41BF-9FE9-52ED1E16C3C5}" dt="2026-02-23T10:59:32.204" v="52"/>
        <pc:sldMkLst>
          <pc:docMk/>
          <pc:sldMk cId="493845308" sldId="263"/>
        </pc:sldMkLst>
        <pc:spChg chg="mod">
          <ac:chgData name="saniya yadav" userId="7b4ded8ac951f3c4" providerId="LiveId" clId="{A9BFA6D9-AA65-41BF-9FE9-52ED1E16C3C5}" dt="2026-02-23T10:59:32.204" v="52"/>
          <ac:spMkLst>
            <pc:docMk/>
            <pc:sldMk cId="493845308" sldId="263"/>
            <ac:spMk id="2" creationId="{8DAB9163-F4FD-A226-E21F-95EC34DC7E5B}"/>
          </ac:spMkLst>
        </pc:spChg>
      </pc:sldChg>
      <pc:sldChg chg="modSp mod ord setBg">
        <pc:chgData name="saniya yadav" userId="7b4ded8ac951f3c4" providerId="LiveId" clId="{A9BFA6D9-AA65-41BF-9FE9-52ED1E16C3C5}" dt="2026-02-23T11:00:52.808" v="58"/>
        <pc:sldMkLst>
          <pc:docMk/>
          <pc:sldMk cId="520236062" sldId="264"/>
        </pc:sldMkLst>
        <pc:spChg chg="mod">
          <ac:chgData name="saniya yadav" userId="7b4ded8ac951f3c4" providerId="LiveId" clId="{A9BFA6D9-AA65-41BF-9FE9-52ED1E16C3C5}" dt="2026-02-23T10:59:28.863" v="48"/>
          <ac:spMkLst>
            <pc:docMk/>
            <pc:sldMk cId="520236062" sldId="264"/>
            <ac:spMk id="2" creationId="{C93DC57A-CF41-E91C-6C9F-24794ADAB52E}"/>
          </ac:spMkLst>
        </pc:spChg>
      </pc:sldChg>
      <pc:sldChg chg="addSp modSp new mod ord">
        <pc:chgData name="saniya yadav" userId="7b4ded8ac951f3c4" providerId="LiveId" clId="{A9BFA6D9-AA65-41BF-9FE9-52ED1E16C3C5}" dt="2026-02-23T11:18:49.395" v="211" actId="20577"/>
        <pc:sldMkLst>
          <pc:docMk/>
          <pc:sldMk cId="3509224212" sldId="265"/>
        </pc:sldMkLst>
        <pc:spChg chg="mod">
          <ac:chgData name="saniya yadav" userId="7b4ded8ac951f3c4" providerId="LiveId" clId="{A9BFA6D9-AA65-41BF-9FE9-52ED1E16C3C5}" dt="2026-02-23T11:18:49.395" v="211" actId="20577"/>
          <ac:spMkLst>
            <pc:docMk/>
            <pc:sldMk cId="3509224212" sldId="265"/>
            <ac:spMk id="3" creationId="{3C4174A5-2C9E-4982-4CD3-6CD811EE4BE4}"/>
          </ac:spMkLst>
        </pc:spChg>
        <pc:picChg chg="add mod modCrop">
          <ac:chgData name="saniya yadav" userId="7b4ded8ac951f3c4" providerId="LiveId" clId="{A9BFA6D9-AA65-41BF-9FE9-52ED1E16C3C5}" dt="2026-02-23T11:06:00.889" v="76" actId="1076"/>
          <ac:picMkLst>
            <pc:docMk/>
            <pc:sldMk cId="3509224212" sldId="265"/>
            <ac:picMk id="5" creationId="{4AFDBBC1-D9DC-928C-1553-C96F4DFD99B8}"/>
          </ac:picMkLst>
        </pc:picChg>
      </pc:sldChg>
      <pc:sldChg chg="addSp delSp modSp new mod">
        <pc:chgData name="saniya yadav" userId="7b4ded8ac951f3c4" providerId="LiveId" clId="{A9BFA6D9-AA65-41BF-9FE9-52ED1E16C3C5}" dt="2026-02-24T06:55:41.508" v="234"/>
        <pc:sldMkLst>
          <pc:docMk/>
          <pc:sldMk cId="2545354454" sldId="266"/>
        </pc:sldMkLst>
        <pc:spChg chg="mod">
          <ac:chgData name="saniya yadav" userId="7b4ded8ac951f3c4" providerId="LiveId" clId="{A9BFA6D9-AA65-41BF-9FE9-52ED1E16C3C5}" dt="2026-02-23T11:10:45.233" v="160" actId="20577"/>
          <ac:spMkLst>
            <pc:docMk/>
            <pc:sldMk cId="2545354454" sldId="266"/>
            <ac:spMk id="2" creationId="{12CF13C1-7250-D7D4-4EE7-3534A2DB7E93}"/>
          </ac:spMkLst>
        </pc:spChg>
        <pc:spChg chg="mod">
          <ac:chgData name="saniya yadav" userId="7b4ded8ac951f3c4" providerId="LiveId" clId="{A9BFA6D9-AA65-41BF-9FE9-52ED1E16C3C5}" dt="2026-02-23T11:09:30.654" v="140" actId="27636"/>
          <ac:spMkLst>
            <pc:docMk/>
            <pc:sldMk cId="2545354454" sldId="266"/>
            <ac:spMk id="3" creationId="{50BA926D-310C-EBD8-6BA4-EE9B6FB46951}"/>
          </ac:spMkLst>
        </pc:spChg>
        <pc:spChg chg="add del mod">
          <ac:chgData name="saniya yadav" userId="7b4ded8ac951f3c4" providerId="LiveId" clId="{A9BFA6D9-AA65-41BF-9FE9-52ED1E16C3C5}" dt="2026-02-24T06:55:41.508" v="234"/>
          <ac:spMkLst>
            <pc:docMk/>
            <pc:sldMk cId="2545354454" sldId="266"/>
            <ac:spMk id="6" creationId="{30872DE8-68EA-D530-921B-EB354F61262C}"/>
          </ac:spMkLst>
        </pc:spChg>
        <pc:picChg chg="add mod">
          <ac:chgData name="saniya yadav" userId="7b4ded8ac951f3c4" providerId="LiveId" clId="{A9BFA6D9-AA65-41BF-9FE9-52ED1E16C3C5}" dt="2026-02-24T06:55:18.090" v="221" actId="14100"/>
          <ac:picMkLst>
            <pc:docMk/>
            <pc:sldMk cId="2545354454" sldId="266"/>
            <ac:picMk id="5" creationId="{88757F68-DC71-8861-16FE-FBECB7CF40E6}"/>
          </ac:picMkLst>
        </pc:picChg>
      </pc:sldChg>
      <pc:sldChg chg="addSp delSp modSp new mod">
        <pc:chgData name="saniya yadav" userId="7b4ded8ac951f3c4" providerId="LiveId" clId="{A9BFA6D9-AA65-41BF-9FE9-52ED1E16C3C5}" dt="2026-02-24T07:20:46.943" v="314" actId="22"/>
        <pc:sldMkLst>
          <pc:docMk/>
          <pc:sldMk cId="1350357409" sldId="267"/>
        </pc:sldMkLst>
        <pc:spChg chg="mod">
          <ac:chgData name="saniya yadav" userId="7b4ded8ac951f3c4" providerId="LiveId" clId="{A9BFA6D9-AA65-41BF-9FE9-52ED1E16C3C5}" dt="2026-02-23T11:13:27.072" v="187" actId="1076"/>
          <ac:spMkLst>
            <pc:docMk/>
            <pc:sldMk cId="1350357409" sldId="267"/>
            <ac:spMk id="2" creationId="{A44E29A5-78B2-4BBC-2045-7FB1C3A2B3FD}"/>
          </ac:spMkLst>
        </pc:spChg>
        <pc:spChg chg="mod">
          <ac:chgData name="saniya yadav" userId="7b4ded8ac951f3c4" providerId="LiveId" clId="{A9BFA6D9-AA65-41BF-9FE9-52ED1E16C3C5}" dt="2026-02-23T11:13:31.907" v="188" actId="1076"/>
          <ac:spMkLst>
            <pc:docMk/>
            <pc:sldMk cId="1350357409" sldId="267"/>
            <ac:spMk id="3" creationId="{7D243263-188A-43E3-6425-71BA43357E85}"/>
          </ac:spMkLst>
        </pc:spChg>
        <pc:spChg chg="add mod">
          <ac:chgData name="saniya yadav" userId="7b4ded8ac951f3c4" providerId="LiveId" clId="{A9BFA6D9-AA65-41BF-9FE9-52ED1E16C3C5}" dt="2026-02-23T11:15:47.799" v="203" actId="13926"/>
          <ac:spMkLst>
            <pc:docMk/>
            <pc:sldMk cId="1350357409" sldId="267"/>
            <ac:spMk id="5" creationId="{6440CD8F-DFEF-222D-A8A1-D352B900A517}"/>
          </ac:spMkLst>
        </pc:spChg>
        <pc:spChg chg="add mod">
          <ac:chgData name="saniya yadav" userId="7b4ded8ac951f3c4" providerId="LiveId" clId="{A9BFA6D9-AA65-41BF-9FE9-52ED1E16C3C5}" dt="2026-02-23T11:15:54.901" v="204" actId="1076"/>
          <ac:spMkLst>
            <pc:docMk/>
            <pc:sldMk cId="1350357409" sldId="267"/>
            <ac:spMk id="7" creationId="{521FF9A3-7DF3-3A03-BC83-3CE7431B09EE}"/>
          </ac:spMkLst>
        </pc:spChg>
        <pc:picChg chg="add del">
          <ac:chgData name="saniya yadav" userId="7b4ded8ac951f3c4" providerId="LiveId" clId="{A9BFA6D9-AA65-41BF-9FE9-52ED1E16C3C5}" dt="2026-02-24T07:20:46.943" v="314" actId="22"/>
          <ac:picMkLst>
            <pc:docMk/>
            <pc:sldMk cId="1350357409" sldId="267"/>
            <ac:picMk id="6" creationId="{AD0E02B3-D905-5E97-A9CD-2BDDB063038C}"/>
          </ac:picMkLst>
        </pc:picChg>
      </pc:sldChg>
      <pc:sldChg chg="new del">
        <pc:chgData name="saniya yadav" userId="7b4ded8ac951f3c4" providerId="LiveId" clId="{A9BFA6D9-AA65-41BF-9FE9-52ED1E16C3C5}" dt="2026-02-23T11:16:32.277" v="206" actId="2696"/>
        <pc:sldMkLst>
          <pc:docMk/>
          <pc:sldMk cId="341459638" sldId="268"/>
        </pc:sldMkLst>
      </pc:sldChg>
      <pc:sldChg chg="addSp modSp new del mod">
        <pc:chgData name="saniya yadav" userId="7b4ded8ac951f3c4" providerId="LiveId" clId="{A9BFA6D9-AA65-41BF-9FE9-52ED1E16C3C5}" dt="2026-02-24T07:00:16.589" v="247" actId="2696"/>
        <pc:sldMkLst>
          <pc:docMk/>
          <pc:sldMk cId="4007948874" sldId="268"/>
        </pc:sldMkLst>
        <pc:picChg chg="add mod modCrop">
          <ac:chgData name="saniya yadav" userId="7b4ded8ac951f3c4" providerId="LiveId" clId="{A9BFA6D9-AA65-41BF-9FE9-52ED1E16C3C5}" dt="2026-02-24T07:00:00.416" v="246" actId="14100"/>
          <ac:picMkLst>
            <pc:docMk/>
            <pc:sldMk cId="4007948874" sldId="268"/>
            <ac:picMk id="5" creationId="{1DC16EA6-7E98-F83B-A557-2DA62F1E1268}"/>
          </ac:picMkLst>
        </pc:picChg>
      </pc:sldChg>
      <pc:sldChg chg="addSp delSp modSp new mod ord">
        <pc:chgData name="saniya yadav" userId="7b4ded8ac951f3c4" providerId="LiveId" clId="{A9BFA6D9-AA65-41BF-9FE9-52ED1E16C3C5}" dt="2026-02-24T07:12:23.155" v="312"/>
        <pc:sldMkLst>
          <pc:docMk/>
          <pc:sldMk cId="4154824113" sldId="268"/>
        </pc:sldMkLst>
        <pc:spChg chg="del">
          <ac:chgData name="saniya yadav" userId="7b4ded8ac951f3c4" providerId="LiveId" clId="{A9BFA6D9-AA65-41BF-9FE9-52ED1E16C3C5}" dt="2026-02-24T07:11:19.811" v="301" actId="931"/>
          <ac:spMkLst>
            <pc:docMk/>
            <pc:sldMk cId="4154824113" sldId="268"/>
            <ac:spMk id="3" creationId="{BFA1C872-F030-B83E-517E-98E3C3E20FDD}"/>
          </ac:spMkLst>
        </pc:spChg>
        <pc:picChg chg="add mod ord modCrop">
          <ac:chgData name="saniya yadav" userId="7b4ded8ac951f3c4" providerId="LiveId" clId="{A9BFA6D9-AA65-41BF-9FE9-52ED1E16C3C5}" dt="2026-02-24T07:12:11.100" v="310" actId="14100"/>
          <ac:picMkLst>
            <pc:docMk/>
            <pc:sldMk cId="4154824113" sldId="268"/>
            <ac:picMk id="5" creationId="{4830C760-C6AD-5F64-CD6D-2E866EC4CFE8}"/>
          </ac:picMkLst>
        </pc:picChg>
      </pc:sldChg>
      <pc:sldChg chg="addSp modSp new del mod">
        <pc:chgData name="saniya yadav" userId="7b4ded8ac951f3c4" providerId="LiveId" clId="{A9BFA6D9-AA65-41BF-9FE9-52ED1E16C3C5}" dt="2026-02-24T07:11:00.966" v="297" actId="2696"/>
        <pc:sldMkLst>
          <pc:docMk/>
          <pc:sldMk cId="4158481566" sldId="268"/>
        </pc:sldMkLst>
        <pc:spChg chg="add mod">
          <ac:chgData name="saniya yadav" userId="7b4ded8ac951f3c4" providerId="LiveId" clId="{A9BFA6D9-AA65-41BF-9FE9-52ED1E16C3C5}" dt="2026-02-24T07:00:34.557" v="250" actId="14100"/>
          <ac:spMkLst>
            <pc:docMk/>
            <pc:sldMk cId="4158481566" sldId="268"/>
            <ac:spMk id="2" creationId="{101CC4C9-3D09-9230-0164-FEFB9E8FA593}"/>
          </ac:spMkLst>
        </pc:spChg>
        <pc:picChg chg="add mod modCrop">
          <ac:chgData name="saniya yadav" userId="7b4ded8ac951f3c4" providerId="LiveId" clId="{A9BFA6D9-AA65-41BF-9FE9-52ED1E16C3C5}" dt="2026-02-24T07:02:43.704" v="263" actId="14100"/>
          <ac:picMkLst>
            <pc:docMk/>
            <pc:sldMk cId="4158481566" sldId="268"/>
            <ac:picMk id="3" creationId="{AC11DD29-B560-6E4D-C953-A440E29F1121}"/>
          </ac:picMkLst>
        </pc:picChg>
      </pc:sldChg>
      <pc:sldChg chg="addSp delSp modSp new mod ord">
        <pc:chgData name="saniya yadav" userId="7b4ded8ac951f3c4" providerId="LiveId" clId="{A9BFA6D9-AA65-41BF-9FE9-52ED1E16C3C5}" dt="2026-02-24T07:24:21.250" v="324"/>
        <pc:sldMkLst>
          <pc:docMk/>
          <pc:sldMk cId="1441793759" sldId="269"/>
        </pc:sldMkLst>
        <pc:spChg chg="del">
          <ac:chgData name="saniya yadav" userId="7b4ded8ac951f3c4" providerId="LiveId" clId="{A9BFA6D9-AA65-41BF-9FE9-52ED1E16C3C5}" dt="2026-02-24T07:21:04.765" v="316" actId="931"/>
          <ac:spMkLst>
            <pc:docMk/>
            <pc:sldMk cId="1441793759" sldId="269"/>
            <ac:spMk id="3" creationId="{55456EC2-6A6E-52B6-6351-8DA5C3E5EB6A}"/>
          </ac:spMkLst>
        </pc:spChg>
        <pc:picChg chg="add mod ord">
          <ac:chgData name="saniya yadav" userId="7b4ded8ac951f3c4" providerId="LiveId" clId="{A9BFA6D9-AA65-41BF-9FE9-52ED1E16C3C5}" dt="2026-02-24T07:21:20.961" v="320" actId="14100"/>
          <ac:picMkLst>
            <pc:docMk/>
            <pc:sldMk cId="1441793759" sldId="269"/>
            <ac:picMk id="5" creationId="{637FE8EA-CCDA-8059-DD53-6BC491B734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3B7A0-A60B-4937-AB35-EB2D713748F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1BF88-0E8D-4C2C-95C4-444C94A2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0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1BF88-0E8D-4C2C-95C4-444C94A2678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503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8837-542F-0D2C-3BCF-52EC28A02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AB529-6C43-0702-F474-EBDE621B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95A5F-730E-EACC-B66F-03D790D9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CDFD6-C107-AF00-83CF-28605CD3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62C93-DFE6-EBE7-FE45-B9B350DB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5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0A9E-6DD5-8AD5-6CCF-E5A58C9E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1E62E-634C-A0DC-DDC7-1DD33D2F3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DBD05-33D0-E3B7-8AE3-AC73F5E9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788ED-3C20-248C-346C-C9018738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315-3A65-8385-AECB-172CEAD3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11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562-CCB3-07B9-F5E1-BAB1BB5A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DD799-104B-DFC3-6201-297090C0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7CA5B-D4CB-F9B9-B916-4AB868A5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18BFE-19FD-B566-4863-E6E3D67F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5750A-1709-284B-05BE-583268AB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064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CE5E-D5AF-2C58-2947-04AF0267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FCA16-93DB-9024-6229-16FC7966F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662D2-0508-B862-53F1-9F87C7005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50A3F-276E-F459-CEF5-94BAF3D6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24056-7F13-D8A5-475E-4ED97B24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8FA2-9739-CA55-B756-664DE9BD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11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2466-D7CE-1AEE-0667-0FBA4FEB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DBF92-3190-61D6-3B73-550226AA9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84DF1-B597-764C-6B7B-1174FF086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E096E-914E-1406-E11E-B37738BBB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C8D77-D68E-E8E0-35D9-11C5B1BF0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4146F-B7B2-4B0C-2194-D0037EB0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8C5E0-91CC-CCF2-7653-15C0948AA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D2E6B-F9F1-8D21-BD54-B35BF6A6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3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332E-CD4C-A773-68C4-7D0AD287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1E2C2-BA95-E84C-A00E-43629B97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BE115-4AF0-F668-62AC-66AE7591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A5865-DF39-B5ED-E37D-C63EAAF1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12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227CC-00A5-E7F6-129E-37376EDF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1DD70-8E58-10E1-74F6-83783325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D5E13-F4F6-E1B2-AC64-4ADDB2DC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92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A009-3B1B-2D76-CB8F-B9B473E2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C4F87-7ADE-5A12-A5B6-3E3F17CB7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792C2-D40C-9FA0-C92B-C452BF2C1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A54FE-EA4B-D975-60EA-E67192682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FEA0E-D086-F105-49B1-A8282B1C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9D652-7767-7C71-3E73-8C930819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31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9F1E-553D-711D-71A2-DEA02508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9C2CE-E947-4039-F82B-03293BDE7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BEFB7-E7BC-61C6-ABAE-FBF9957BB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3B05C-569C-36F8-F808-80707993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2C5F4-3968-78FE-D7B2-C665EF01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09449-E363-E5A2-4685-8A516415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11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0193-5FCD-5B27-32F7-8BC9CF21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11C0C-3668-6E1D-7337-5B7E3B890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61539-428D-E688-5F0C-4759BE1B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9E59B-B874-3D4A-72A7-2F657717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337C3-F838-1857-23C9-688CAA6D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62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197A8-D467-6535-69C9-3D982BE9F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2C7EC-52C2-D7F9-10FF-E5A8F8922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125F-AB7E-41E0-62B6-3876FA95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BDA0C-4739-0BE0-2C70-AC7C5A12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149D4-263E-1264-F351-BD7E7691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71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45225-8654-5D89-B288-9860FA5F3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3679C-626A-3A93-3DAA-C36FCF353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880A5-F10A-A28C-CF1B-F9087C849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34859-03B6-4D04-83AB-BE007B0112D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CC0B6-C239-5717-AC44-2E540D978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CE89A-0382-6FD7-DB7D-28A2A1E5B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10D8E-AAC9-4B43-B337-7EFCC08181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71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652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4D48-C4A0-2635-5A5F-FEDFC38D43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174A5-2C9E-4982-4CD3-6CD811EE4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Project – </a:t>
            </a:r>
            <a:r>
              <a:rPr lang="en-IN" dirty="0" err="1"/>
              <a:t>SemanticCorpus</a:t>
            </a: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DBBC1-D9DC-928C-1553-C96F4DFD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18" t="28316" r="48815" b="47540"/>
          <a:stretch>
            <a:fillRect/>
          </a:stretch>
        </p:blipFill>
        <p:spPr>
          <a:xfrm>
            <a:off x="3470635" y="1773238"/>
            <a:ext cx="5250730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2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441B-C1FE-CF76-705E-00C3849F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0C760-C6AD-5F64-CD6D-2E866EC4C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0" t="20737" r="1666" b="13418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2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0593-ABAE-AAD2-BD88-B1F8779FC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7FE8EA-CCDA-8059-DD53-6BC491B73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9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13C1-7250-D7D4-4EE7-3534A2DB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06" y="336845"/>
            <a:ext cx="10515600" cy="1325563"/>
          </a:xfrm>
          <a:ln>
            <a:solidFill>
              <a:schemeClr val="tx2"/>
            </a:solidFill>
          </a:ln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are we doing in the context of the world’s needs and opportunities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926D-310C-EBD8-6BA4-EE9B6FB46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53454" cy="35193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are building an automated, structured research corpus from open-access scientific literature and transforming it into machine-readable data for large-scale computational analysis.</a:t>
            </a:r>
          </a:p>
          <a:p>
            <a:pPr marL="0" indent="0">
              <a:buNone/>
            </a:pPr>
            <a:r>
              <a:rPr lang="en-IN" dirty="0"/>
              <a:t>In the global context:</a:t>
            </a:r>
          </a:p>
          <a:p>
            <a:r>
              <a:rPr lang="en-US" dirty="0"/>
              <a:t>The world is producing massive amounts of scientific information.</a:t>
            </a:r>
          </a:p>
          <a:p>
            <a:r>
              <a:rPr lang="en-US" dirty="0"/>
              <a:t>Most knowledge is unstructured and scattered across papers.</a:t>
            </a:r>
          </a:p>
          <a:p>
            <a:r>
              <a:rPr lang="en-US" dirty="0"/>
              <a:t>Policymakers, researchers, and AI systems need structured, reliable, and reproducible data.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57F68-DC71-8861-16FE-FBECB7CF4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650692" y="4487159"/>
            <a:ext cx="2498102" cy="249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54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29A5-78B2-4BBC-2045-7FB1C3A2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16" y="20783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are we doing this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43263-188A-43E3-6425-71BA4335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724"/>
            <a:ext cx="10515600" cy="974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Because manual reading and traditional literature review cannot scale to the size of modern scientific output.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0CD8F-DFEF-222D-A8A1-D352B900A517}"/>
              </a:ext>
            </a:extLst>
          </p:cNvPr>
          <p:cNvSpPr txBox="1"/>
          <p:nvPr/>
        </p:nvSpPr>
        <p:spPr>
          <a:xfrm>
            <a:off x="360576" y="2454837"/>
            <a:ext cx="930189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We are doing this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Enable automated knowledge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Improve reproducibility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Reduce human bias in 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Build infrastructure for semantic and graph-based research</a:t>
            </a: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1FF9A3-7DF3-3A03-BC83-3CE7431B09EE}"/>
              </a:ext>
            </a:extLst>
          </p:cNvPr>
          <p:cNvSpPr txBox="1"/>
          <p:nvPr/>
        </p:nvSpPr>
        <p:spPr>
          <a:xfrm>
            <a:off x="3073137" y="6020502"/>
            <a:ext cx="7107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ranklin Gothic Medium Cond" panose="020B0606030402020204" pitchFamily="34" charset="0"/>
              </a:rPr>
              <a:t>We are turning raw scientific documents into structured knowledge.</a:t>
            </a:r>
            <a:endParaRPr lang="en-IN" dirty="0">
              <a:latin typeface="Franklin Gothic Medium Cond" panose="020B06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57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7A-CF41-E91C-6C9F-24794ADAB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19414" cy="2733200"/>
          </a:xfrm>
        </p:spPr>
        <p:txBody>
          <a:bodyPr/>
          <a:lstStyle/>
          <a:p>
            <a:r>
              <a:rPr lang="en-US" dirty="0"/>
              <a:t>Demonstration: Corpus Retrieval and Structuring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404AF-286A-7B3B-463C-87BF7F505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9414" y="4243061"/>
            <a:ext cx="9144000" cy="1655762"/>
          </a:xfrm>
        </p:spPr>
        <p:txBody>
          <a:bodyPr/>
          <a:lstStyle/>
          <a:p>
            <a:r>
              <a:rPr lang="en-US" i="1" dirty="0"/>
              <a:t>Using </a:t>
            </a:r>
            <a:r>
              <a:rPr lang="en-US" i="1" dirty="0" err="1"/>
              <a:t>pygetpapers</a:t>
            </a:r>
            <a:r>
              <a:rPr lang="en-US" i="1" dirty="0"/>
              <a:t> for automated literature collection and </a:t>
            </a:r>
            <a:r>
              <a:rPr lang="en-US" i="1" dirty="0" err="1"/>
              <a:t>DataTables</a:t>
            </a:r>
            <a:r>
              <a:rPr lang="en-US" i="1" dirty="0"/>
              <a:t> for structured analysis.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23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86236-FDE8-A092-D88E-EA724E5D3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08668" y="-1904215"/>
            <a:ext cx="8502977" cy="4817097"/>
          </a:xfrm>
        </p:spPr>
        <p:txBody>
          <a:bodyPr>
            <a:normAutofit/>
          </a:bodyPr>
          <a:lstStyle/>
          <a:p>
            <a:r>
              <a:rPr lang="en-IN" sz="3200" dirty="0"/>
              <a:t>Step 1: Install Dependencies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21DC5-65DB-6DE1-7AA6-8F620BF43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143" y="4753540"/>
            <a:ext cx="10869106" cy="1015664"/>
          </a:xfrm>
        </p:spPr>
        <p:txBody>
          <a:bodyPr>
            <a:normAutofit/>
          </a:bodyPr>
          <a:lstStyle/>
          <a:p>
            <a:r>
              <a:rPr lang="en-US" b="1" dirty="0" err="1"/>
              <a:t>pygetpapers</a:t>
            </a:r>
            <a:r>
              <a:rPr lang="en-US" dirty="0"/>
              <a:t> is a command-line tool developed as part of the </a:t>
            </a:r>
            <a:r>
              <a:rPr lang="en-US" b="1" dirty="0" err="1"/>
              <a:t>ContentMine</a:t>
            </a:r>
            <a:r>
              <a:rPr lang="en-US" dirty="0"/>
              <a:t>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2B477-A871-BBAC-D002-F5D062129B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6" t="42433" r="23741" b="50636"/>
          <a:stretch>
            <a:fillRect/>
          </a:stretch>
        </p:blipFill>
        <p:spPr>
          <a:xfrm>
            <a:off x="2102177" y="3372399"/>
            <a:ext cx="8785782" cy="4819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15903-8DA0-DEDD-51D0-ADEB05E724D0}"/>
              </a:ext>
            </a:extLst>
          </p:cNvPr>
          <p:cNvSpPr txBox="1"/>
          <p:nvPr/>
        </p:nvSpPr>
        <p:spPr>
          <a:xfrm>
            <a:off x="3242820" y="2634809"/>
            <a:ext cx="73811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endParaRPr lang="en-US" sz="2000" b="1" dirty="0"/>
          </a:p>
          <a:p>
            <a:endParaRPr lang="en-IN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04EDA-8474-2CD1-8820-91CD046364AD}"/>
              </a:ext>
            </a:extLst>
          </p:cNvPr>
          <p:cNvSpPr txBox="1"/>
          <p:nvPr/>
        </p:nvSpPr>
        <p:spPr>
          <a:xfrm>
            <a:off x="1150071" y="5121798"/>
            <a:ext cx="6598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version = 1.2.3</a:t>
            </a:r>
          </a:p>
        </p:txBody>
      </p:sp>
    </p:spTree>
    <p:extLst>
      <p:ext uri="{BB962C8B-B14F-4D97-AF65-F5344CB8AC3E}">
        <p14:creationId xmlns:p14="http://schemas.microsoft.com/office/powerpoint/2010/main" val="54653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745D-DEAA-1C3C-0FF1-A20E22FC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</a:t>
            </a:r>
            <a:r>
              <a:rPr lang="en-US" dirty="0" err="1"/>
              <a:t>pygetpapers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3215E-5FB9-E34A-CA18-D49A81C9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51796" cy="2802936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A large number of relevant research papers</a:t>
            </a:r>
          </a:p>
          <a:p>
            <a:r>
              <a:rPr lang="en-US" dirty="0"/>
              <a:t>Structured metadata (title, authors, DOI, abstract)</a:t>
            </a:r>
          </a:p>
          <a:p>
            <a:r>
              <a:rPr lang="en-IN" dirty="0"/>
              <a:t>Machine-readable full text</a:t>
            </a:r>
          </a:p>
          <a:p>
            <a:r>
              <a:rPr lang="en-US" dirty="0"/>
              <a:t>Organized folders for further processing</a:t>
            </a:r>
          </a:p>
          <a:p>
            <a:r>
              <a:rPr lang="en-US" dirty="0"/>
              <a:t>One command downloads </a:t>
            </a:r>
            <a:r>
              <a:rPr lang="en-US" b="1" dirty="0"/>
              <a:t>many papers at once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23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1C9D-51C8-CC80-31CE-F620D1AC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Search and Download Scientific Literature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32E025-4696-2FAB-7F8A-91C2926E6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34" t="32786" r="1458" b="47499"/>
          <a:stretch>
            <a:fillRect/>
          </a:stretch>
        </p:blipFill>
        <p:spPr>
          <a:xfrm>
            <a:off x="603315" y="1690688"/>
            <a:ext cx="10529671" cy="1231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0CC634-323A-B679-18E2-D11220B442FD}"/>
              </a:ext>
            </a:extLst>
          </p:cNvPr>
          <p:cNvSpPr txBox="1"/>
          <p:nvPr/>
        </p:nvSpPr>
        <p:spPr>
          <a:xfrm>
            <a:off x="982744" y="3324542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urier New" panose="02070309020205020404" pitchFamily="49" charset="0"/>
              </a:rPr>
              <a:t>-q</a:t>
            </a:r>
            <a:r>
              <a:rPr lang="en-IN" dirty="0"/>
              <a:t> → search query</a:t>
            </a:r>
          </a:p>
          <a:p>
            <a:r>
              <a:rPr lang="en-IN" dirty="0"/>
              <a:t> -k → number of papers</a:t>
            </a:r>
          </a:p>
          <a:p>
            <a:r>
              <a:rPr lang="en-IN" dirty="0"/>
              <a:t>-o → output folder</a:t>
            </a:r>
          </a:p>
        </p:txBody>
      </p:sp>
    </p:spTree>
    <p:extLst>
      <p:ext uri="{BB962C8B-B14F-4D97-AF65-F5344CB8AC3E}">
        <p14:creationId xmlns:p14="http://schemas.microsoft.com/office/powerpoint/2010/main" val="43468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CEF3-C127-4CCB-4C93-57B163216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097" y="169683"/>
            <a:ext cx="10746557" cy="143051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Retrieving open-access research articles on aquaponics cost and economic feasibility using structured query commands.</a:t>
            </a:r>
            <a:br>
              <a:rPr lang="en-US" sz="2000" b="1" dirty="0">
                <a:solidFill>
                  <a:srgbClr val="FF0000"/>
                </a:solidFill>
              </a:rPr>
            </a:b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A59F7-75A9-5377-C069-F1529A21A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2E5C7-1061-3194-C633-DA1C4161C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28" t="23524" r="12010" b="51559"/>
          <a:stretch>
            <a:fillRect/>
          </a:stretch>
        </p:blipFill>
        <p:spPr>
          <a:xfrm>
            <a:off x="548640" y="2042160"/>
            <a:ext cx="11018520" cy="3398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948701-C685-DB91-AB6A-A564D9AABC58}"/>
              </a:ext>
            </a:extLst>
          </p:cNvPr>
          <p:cNvSpPr txBox="1"/>
          <p:nvPr/>
        </p:nvSpPr>
        <p:spPr>
          <a:xfrm>
            <a:off x="2651289" y="2234153"/>
            <a:ext cx="6455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52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08FD-4ED2-BB8E-63CA-20AB50D0E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696" y="-489621"/>
            <a:ext cx="9144000" cy="23876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Why We Used </a:t>
            </a:r>
            <a:r>
              <a:rPr lang="en-IN" dirty="0" err="1">
                <a:solidFill>
                  <a:srgbClr val="FF0000"/>
                </a:solidFill>
              </a:rPr>
              <a:t>datatables</a:t>
            </a:r>
            <a:r>
              <a:rPr lang="en-IN" dirty="0">
                <a:solidFill>
                  <a:srgbClr val="FF0000"/>
                </a:solidFill>
              </a:rPr>
              <a:t>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5D34A-4CDC-5D1E-8E75-832D2720F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598" y="2895027"/>
            <a:ext cx="9144000" cy="1655762"/>
          </a:xfrm>
        </p:spPr>
        <p:txBody>
          <a:bodyPr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Organize extracted corpus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Enable filtering and comparison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Prepare data for further computational processing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/>
              <a:t>Integration Friendly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483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5498-E92E-0A1F-175A-1CDF62AA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Create </a:t>
            </a:r>
            <a:r>
              <a:rPr lang="en-US" dirty="0" err="1"/>
              <a:t>JQuery</a:t>
            </a:r>
            <a:r>
              <a:rPr lang="en-US" dirty="0"/>
              <a:t> </a:t>
            </a:r>
            <a:r>
              <a:rPr lang="en-US" dirty="0" err="1"/>
              <a:t>Datatables</a:t>
            </a:r>
            <a:r>
              <a:rPr lang="en-US" dirty="0"/>
              <a:t> from the Corpus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10BBE1-A6AB-EB3A-9149-5E7D5C5D0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946" t="44553" r="1284" b="46650"/>
          <a:stretch>
            <a:fillRect/>
          </a:stretch>
        </p:blipFill>
        <p:spPr>
          <a:xfrm>
            <a:off x="650449" y="1600201"/>
            <a:ext cx="10388338" cy="879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5B425F-3C3E-C123-A274-B11D83B9BAE8}"/>
              </a:ext>
            </a:extLst>
          </p:cNvPr>
          <p:cNvSpPr txBox="1"/>
          <p:nvPr/>
        </p:nvSpPr>
        <p:spPr>
          <a:xfrm>
            <a:off x="945036" y="2952417"/>
            <a:ext cx="90568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Step 4: Display </a:t>
            </a:r>
            <a:r>
              <a:rPr lang="en-US" sz="3200" dirty="0" err="1"/>
              <a:t>Datatables</a:t>
            </a:r>
            <a:r>
              <a:rPr lang="en-US" sz="3200" dirty="0"/>
              <a:t> in </a:t>
            </a:r>
            <a:r>
              <a:rPr lang="en-US" sz="3200" dirty="0" err="1"/>
              <a:t>Colab</a:t>
            </a:r>
            <a:endParaRPr lang="en-IN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504DCC-239C-2F7F-0609-9429231FED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5" t="39863" r="3892" b="30584"/>
          <a:stretch>
            <a:fillRect/>
          </a:stretch>
        </p:blipFill>
        <p:spPr>
          <a:xfrm>
            <a:off x="510618" y="3714325"/>
            <a:ext cx="11170763" cy="202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5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833C-2CB3-2029-8E47-96BF6954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Zip and Download the Results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78CD5E-BFA4-12C5-1782-4C7C9E978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584" t="22387" r="364" b="9371"/>
          <a:stretch>
            <a:fillRect/>
          </a:stretch>
        </p:blipFill>
        <p:spPr>
          <a:xfrm>
            <a:off x="1196395" y="1690688"/>
            <a:ext cx="9799210" cy="39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24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9163-F4FD-A226-E21F-95EC34DC7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45685" cy="69067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DataTable</a:t>
            </a:r>
            <a:r>
              <a:rPr lang="en-US" dirty="0">
                <a:solidFill>
                  <a:srgbClr val="FF0000"/>
                </a:solidFill>
              </a:rPr>
              <a:t> Output from </a:t>
            </a:r>
            <a:r>
              <a:rPr lang="en-US" dirty="0" err="1">
                <a:solidFill>
                  <a:srgbClr val="FF0000"/>
                </a:solidFill>
              </a:rPr>
              <a:t>pygetpapers</a:t>
            </a:r>
            <a:r>
              <a:rPr lang="en-US" dirty="0">
                <a:solidFill>
                  <a:srgbClr val="FF0000"/>
                </a:solidFill>
              </a:rPr>
              <a:t> Retrieval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0E05EF-68C5-A33C-A5BF-10C6919FA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t="9606" r="119" b="6771"/>
          <a:stretch>
            <a:fillRect/>
          </a:stretch>
        </p:blipFill>
        <p:spPr>
          <a:xfrm>
            <a:off x="1291472" y="1470581"/>
            <a:ext cx="9851010" cy="472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4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447</TotalTime>
  <Words>311</Words>
  <Application>Microsoft Office PowerPoint</Application>
  <PresentationFormat>Widescreen</PresentationFormat>
  <Paragraphs>45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Franklin Gothic Medium Cond</vt:lpstr>
      <vt:lpstr>Office Theme</vt:lpstr>
      <vt:lpstr>PowerPoint Presentation</vt:lpstr>
      <vt:lpstr>PowerPoint Presentation</vt:lpstr>
      <vt:lpstr>PowerPoint Presentation</vt:lpstr>
      <vt:lpstr>WHAT are we doing in the context of the world’s needs and opportunities?</vt:lpstr>
      <vt:lpstr>WHY are we doing this</vt:lpstr>
      <vt:lpstr>Demonstration: Corpus Retrieval and Structuring</vt:lpstr>
      <vt:lpstr>Step 1: Install Dependencies </vt:lpstr>
      <vt:lpstr>Why Do We Use pygetpapers?</vt:lpstr>
      <vt:lpstr>Step 2: Search and Download Scientific Literature </vt:lpstr>
      <vt:lpstr>Retrieving open-access research articles on aquaponics cost and economic feasibility using structured query commands. </vt:lpstr>
      <vt:lpstr>Why We Used datatables ?</vt:lpstr>
      <vt:lpstr>Step 3: Create JQuery Datatables from the Corpus </vt:lpstr>
      <vt:lpstr>Step 5: Zip and Download the Results </vt:lpstr>
      <vt:lpstr>DataTable Output from pygetpapers Retrieval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saniya yadav</dc:creator>
  <cp:lastModifiedBy>saniya yadav</cp:lastModifiedBy>
  <cp:revision>1</cp:revision>
  <dcterms:created xsi:type="dcterms:W3CDTF">2026-02-23T07:27:09Z</dcterms:created>
  <dcterms:modified xsi:type="dcterms:W3CDTF">2026-02-24T07:37:06Z</dcterms:modified>
</cp:coreProperties>
</file>