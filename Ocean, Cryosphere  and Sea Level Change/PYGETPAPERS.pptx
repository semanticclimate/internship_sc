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7" r:id="rId5"/>
    <p:sldId id="259" r:id="rId6"/>
    <p:sldId id="262" r:id="rId7"/>
    <p:sldId id="260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094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4F127F-8071-4D0B-B8AF-78FB7D45CE46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F4DCB2-7512-4969-8766-4893213321C4}" type="pres">
      <dgm:prSet presAssocID="{984F127F-8071-4D0B-B8AF-78FB7D45CE46}" presName="Name0" presStyleCnt="0">
        <dgm:presLayoutVars>
          <dgm:dir/>
          <dgm:resizeHandles val="exact"/>
        </dgm:presLayoutVars>
      </dgm:prSet>
      <dgm:spPr/>
    </dgm:pt>
  </dgm:ptLst>
  <dgm:cxnLst>
    <dgm:cxn modelId="{3EF8F599-1FB5-4C5B-AF7E-C244729F7AB9}" type="presOf" srcId="{984F127F-8071-4D0B-B8AF-78FB7D45CE46}" destId="{DDF4DCB2-7512-4969-8766-4893213321C4}" srcOrd="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4A7F0A-8768-4388-AC41-38433BFBBFEA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80A432A7-914F-4EF0-88BC-289BF86EF101}">
      <dgm:prSet phldrT="[Text]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IN" b="1" i="0" dirty="0" smtClean="0"/>
            <a:t>User Input</a:t>
          </a:r>
          <a:endParaRPr lang="en-IN" dirty="0"/>
        </a:p>
      </dgm:t>
    </dgm:pt>
    <dgm:pt modelId="{C820C5C7-9BCF-421E-8EE0-AF65427490B5}" type="parTrans" cxnId="{B508DD8D-537F-4113-9A83-08AD201723FB}">
      <dgm:prSet/>
      <dgm:spPr/>
      <dgm:t>
        <a:bodyPr/>
        <a:lstStyle/>
        <a:p>
          <a:endParaRPr lang="en-IN"/>
        </a:p>
      </dgm:t>
    </dgm:pt>
    <dgm:pt modelId="{99AEFC5C-077C-44D3-9CF8-F0F83F52246A}" type="sibTrans" cxnId="{B508DD8D-537F-4113-9A83-08AD201723FB}">
      <dgm:prSet/>
      <dgm:spPr/>
      <dgm:t>
        <a:bodyPr/>
        <a:lstStyle/>
        <a:p>
          <a:endParaRPr lang="en-IN"/>
        </a:p>
      </dgm:t>
    </dgm:pt>
    <dgm:pt modelId="{96332797-992E-4FA7-990E-1871A30C405C}">
      <dgm:prSet phldrT="[Text]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IN" b="1" i="0" dirty="0" smtClean="0"/>
            <a:t>Connecting to Repositories</a:t>
          </a:r>
          <a:endParaRPr lang="en-IN" dirty="0"/>
        </a:p>
      </dgm:t>
    </dgm:pt>
    <dgm:pt modelId="{CC52F6D2-4720-4E3B-8627-60F4BAAF3F58}" type="parTrans" cxnId="{58A125AA-2A8A-4A40-9A97-E32884CAEAAF}">
      <dgm:prSet/>
      <dgm:spPr/>
      <dgm:t>
        <a:bodyPr/>
        <a:lstStyle/>
        <a:p>
          <a:endParaRPr lang="en-IN"/>
        </a:p>
      </dgm:t>
    </dgm:pt>
    <dgm:pt modelId="{651B9200-C58C-4E24-AEE4-73C95F505609}" type="sibTrans" cxnId="{58A125AA-2A8A-4A40-9A97-E32884CAEAAF}">
      <dgm:prSet/>
      <dgm:spPr/>
      <dgm:t>
        <a:bodyPr/>
        <a:lstStyle/>
        <a:p>
          <a:endParaRPr lang="en-IN"/>
        </a:p>
      </dgm:t>
    </dgm:pt>
    <dgm:pt modelId="{C37C3173-0CB4-436B-80F6-090B7DF7F912}">
      <dgm:prSet phldrT="[Text]"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IN" b="1" i="0" dirty="0" smtClean="0"/>
            <a:t>Searching for Papers</a:t>
          </a:r>
          <a:endParaRPr lang="en-IN" dirty="0"/>
        </a:p>
      </dgm:t>
    </dgm:pt>
    <dgm:pt modelId="{37BC35C7-72EA-485D-946B-F6B8293853CA}" type="parTrans" cxnId="{C97AFC0F-661C-4595-8941-0C49A779ECE3}">
      <dgm:prSet/>
      <dgm:spPr/>
      <dgm:t>
        <a:bodyPr/>
        <a:lstStyle/>
        <a:p>
          <a:endParaRPr lang="en-IN"/>
        </a:p>
      </dgm:t>
    </dgm:pt>
    <dgm:pt modelId="{C3EFD25C-9604-4DE2-ADFC-5CDACE7E3B45}" type="sibTrans" cxnId="{C97AFC0F-661C-4595-8941-0C49A779ECE3}">
      <dgm:prSet/>
      <dgm:spPr/>
      <dgm:t>
        <a:bodyPr/>
        <a:lstStyle/>
        <a:p>
          <a:endParaRPr lang="en-IN"/>
        </a:p>
      </dgm:t>
    </dgm:pt>
    <dgm:pt modelId="{2BCB0D5A-DE91-4204-80D9-4BAC32A69C2B}">
      <dgm:prSet/>
      <dgm:spPr>
        <a:solidFill>
          <a:schemeClr val="accent1">
            <a:lumMod val="75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lang="en-IN" b="1" i="0" dirty="0" smtClean="0"/>
            <a:t>Collecting Information</a:t>
          </a:r>
          <a:endParaRPr lang="en-IN" dirty="0"/>
        </a:p>
      </dgm:t>
    </dgm:pt>
    <dgm:pt modelId="{C913E3B4-4BE6-421A-BFE9-86A06E98FCEC}" type="parTrans" cxnId="{D679A2DB-37FC-45BF-858D-3EED7A6BADF2}">
      <dgm:prSet/>
      <dgm:spPr/>
      <dgm:t>
        <a:bodyPr/>
        <a:lstStyle/>
        <a:p>
          <a:endParaRPr lang="en-IN"/>
        </a:p>
      </dgm:t>
    </dgm:pt>
    <dgm:pt modelId="{5BCD0141-1DC8-4999-BD79-B72DBD24E4EE}" type="sibTrans" cxnId="{D679A2DB-37FC-45BF-858D-3EED7A6BADF2}">
      <dgm:prSet/>
      <dgm:spPr/>
      <dgm:t>
        <a:bodyPr/>
        <a:lstStyle/>
        <a:p>
          <a:endParaRPr lang="en-IN"/>
        </a:p>
      </dgm:t>
    </dgm:pt>
    <dgm:pt modelId="{6E558502-2633-4B43-861C-470EBA187489}" type="pres">
      <dgm:prSet presAssocID="{944A7F0A-8768-4388-AC41-38433BFBBFEA}" presName="linearFlow" presStyleCnt="0">
        <dgm:presLayoutVars>
          <dgm:resizeHandles val="exact"/>
        </dgm:presLayoutVars>
      </dgm:prSet>
      <dgm:spPr/>
    </dgm:pt>
    <dgm:pt modelId="{EA33CC13-53B1-4A10-9FB4-04861E0EE5B1}" type="pres">
      <dgm:prSet presAssocID="{80A432A7-914F-4EF0-88BC-289BF86EF10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5EB1488-70D0-4725-9736-7E4AF4B9A016}" type="pres">
      <dgm:prSet presAssocID="{99AEFC5C-077C-44D3-9CF8-F0F83F52246A}" presName="sibTrans" presStyleLbl="sibTrans2D1" presStyleIdx="0" presStyleCnt="3"/>
      <dgm:spPr/>
    </dgm:pt>
    <dgm:pt modelId="{CE142C9B-248A-44A1-8D8A-72F7A86C2655}" type="pres">
      <dgm:prSet presAssocID="{99AEFC5C-077C-44D3-9CF8-F0F83F52246A}" presName="connectorText" presStyleLbl="sibTrans2D1" presStyleIdx="0" presStyleCnt="3"/>
      <dgm:spPr/>
    </dgm:pt>
    <dgm:pt modelId="{439BB55A-8602-4FB6-B4E5-D219FBE17A67}" type="pres">
      <dgm:prSet presAssocID="{96332797-992E-4FA7-990E-1871A30C405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491F126-97F7-46BB-9902-4FFD52C2511A}" type="pres">
      <dgm:prSet presAssocID="{651B9200-C58C-4E24-AEE4-73C95F505609}" presName="sibTrans" presStyleLbl="sibTrans2D1" presStyleIdx="1" presStyleCnt="3"/>
      <dgm:spPr/>
    </dgm:pt>
    <dgm:pt modelId="{3CD53FF1-E7F9-473B-9B3E-5C32AC4A5FA4}" type="pres">
      <dgm:prSet presAssocID="{651B9200-C58C-4E24-AEE4-73C95F505609}" presName="connectorText" presStyleLbl="sibTrans2D1" presStyleIdx="1" presStyleCnt="3"/>
      <dgm:spPr/>
    </dgm:pt>
    <dgm:pt modelId="{2FAA9F2D-EDCC-4A0C-A989-691ABD9D45BA}" type="pres">
      <dgm:prSet presAssocID="{C37C3173-0CB4-436B-80F6-090B7DF7F912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1BA5935-E7C9-4E95-8C49-76FC37D5E11D}" type="pres">
      <dgm:prSet presAssocID="{C3EFD25C-9604-4DE2-ADFC-5CDACE7E3B45}" presName="sibTrans" presStyleLbl="sibTrans2D1" presStyleIdx="2" presStyleCnt="3"/>
      <dgm:spPr/>
    </dgm:pt>
    <dgm:pt modelId="{99C7F80D-51B5-42DF-98BF-C2AC6CF7AB2E}" type="pres">
      <dgm:prSet presAssocID="{C3EFD25C-9604-4DE2-ADFC-5CDACE7E3B45}" presName="connectorText" presStyleLbl="sibTrans2D1" presStyleIdx="2" presStyleCnt="3"/>
      <dgm:spPr/>
    </dgm:pt>
    <dgm:pt modelId="{5B615214-3DC0-40B4-BC45-13D3FF024ECC}" type="pres">
      <dgm:prSet presAssocID="{2BCB0D5A-DE91-4204-80D9-4BAC32A69C2B}" presName="node" presStyleLbl="node1" presStyleIdx="3" presStyleCnt="4">
        <dgm:presLayoutVars>
          <dgm:bulletEnabled val="1"/>
        </dgm:presLayoutVars>
      </dgm:prSet>
      <dgm:spPr/>
    </dgm:pt>
  </dgm:ptLst>
  <dgm:cxnLst>
    <dgm:cxn modelId="{D679A2DB-37FC-45BF-858D-3EED7A6BADF2}" srcId="{944A7F0A-8768-4388-AC41-38433BFBBFEA}" destId="{2BCB0D5A-DE91-4204-80D9-4BAC32A69C2B}" srcOrd="3" destOrd="0" parTransId="{C913E3B4-4BE6-421A-BFE9-86A06E98FCEC}" sibTransId="{5BCD0141-1DC8-4999-BD79-B72DBD24E4EE}"/>
    <dgm:cxn modelId="{D78896BC-0706-462F-84BE-D40CD04A38C9}" type="presOf" srcId="{80A432A7-914F-4EF0-88BC-289BF86EF101}" destId="{EA33CC13-53B1-4A10-9FB4-04861E0EE5B1}" srcOrd="0" destOrd="0" presId="urn:microsoft.com/office/officeart/2005/8/layout/process2"/>
    <dgm:cxn modelId="{B508DD8D-537F-4113-9A83-08AD201723FB}" srcId="{944A7F0A-8768-4388-AC41-38433BFBBFEA}" destId="{80A432A7-914F-4EF0-88BC-289BF86EF101}" srcOrd="0" destOrd="0" parTransId="{C820C5C7-9BCF-421E-8EE0-AF65427490B5}" sibTransId="{99AEFC5C-077C-44D3-9CF8-F0F83F52246A}"/>
    <dgm:cxn modelId="{359BAAE9-B6AA-4705-8832-DBD6DDCECD84}" type="presOf" srcId="{2BCB0D5A-DE91-4204-80D9-4BAC32A69C2B}" destId="{5B615214-3DC0-40B4-BC45-13D3FF024ECC}" srcOrd="0" destOrd="0" presId="urn:microsoft.com/office/officeart/2005/8/layout/process2"/>
    <dgm:cxn modelId="{4EDA82E9-F824-4E78-9515-41ECBBDB999E}" type="presOf" srcId="{651B9200-C58C-4E24-AEE4-73C95F505609}" destId="{D491F126-97F7-46BB-9902-4FFD52C2511A}" srcOrd="0" destOrd="0" presId="urn:microsoft.com/office/officeart/2005/8/layout/process2"/>
    <dgm:cxn modelId="{64E5FE8E-48D1-43BE-861C-272CE410B7E8}" type="presOf" srcId="{99AEFC5C-077C-44D3-9CF8-F0F83F52246A}" destId="{75EB1488-70D0-4725-9736-7E4AF4B9A016}" srcOrd="0" destOrd="0" presId="urn:microsoft.com/office/officeart/2005/8/layout/process2"/>
    <dgm:cxn modelId="{EC19BF1F-49B3-464E-8DF4-830FFE17FDB8}" type="presOf" srcId="{C3EFD25C-9604-4DE2-ADFC-5CDACE7E3B45}" destId="{99C7F80D-51B5-42DF-98BF-C2AC6CF7AB2E}" srcOrd="1" destOrd="0" presId="urn:microsoft.com/office/officeart/2005/8/layout/process2"/>
    <dgm:cxn modelId="{C97AFC0F-661C-4595-8941-0C49A779ECE3}" srcId="{944A7F0A-8768-4388-AC41-38433BFBBFEA}" destId="{C37C3173-0CB4-436B-80F6-090B7DF7F912}" srcOrd="2" destOrd="0" parTransId="{37BC35C7-72EA-485D-946B-F6B8293853CA}" sibTransId="{C3EFD25C-9604-4DE2-ADFC-5CDACE7E3B45}"/>
    <dgm:cxn modelId="{263C0F23-5FF9-4589-97E6-5893C4A79317}" type="presOf" srcId="{C3EFD25C-9604-4DE2-ADFC-5CDACE7E3B45}" destId="{21BA5935-E7C9-4E95-8C49-76FC37D5E11D}" srcOrd="0" destOrd="0" presId="urn:microsoft.com/office/officeart/2005/8/layout/process2"/>
    <dgm:cxn modelId="{7E522F9D-4339-43C7-B2BC-15F576059360}" type="presOf" srcId="{C37C3173-0CB4-436B-80F6-090B7DF7F912}" destId="{2FAA9F2D-EDCC-4A0C-A989-691ABD9D45BA}" srcOrd="0" destOrd="0" presId="urn:microsoft.com/office/officeart/2005/8/layout/process2"/>
    <dgm:cxn modelId="{FA3BEB1C-9961-4CF2-8144-960B85478EC3}" type="presOf" srcId="{651B9200-C58C-4E24-AEE4-73C95F505609}" destId="{3CD53FF1-E7F9-473B-9B3E-5C32AC4A5FA4}" srcOrd="1" destOrd="0" presId="urn:microsoft.com/office/officeart/2005/8/layout/process2"/>
    <dgm:cxn modelId="{9C0F9206-75A5-4895-B4EC-E02AB85D99F5}" type="presOf" srcId="{944A7F0A-8768-4388-AC41-38433BFBBFEA}" destId="{6E558502-2633-4B43-861C-470EBA187489}" srcOrd="0" destOrd="0" presId="urn:microsoft.com/office/officeart/2005/8/layout/process2"/>
    <dgm:cxn modelId="{3708E174-CB63-4FBC-A842-BA64EE284858}" type="presOf" srcId="{96332797-992E-4FA7-990E-1871A30C405C}" destId="{439BB55A-8602-4FB6-B4E5-D219FBE17A67}" srcOrd="0" destOrd="0" presId="urn:microsoft.com/office/officeart/2005/8/layout/process2"/>
    <dgm:cxn modelId="{58A125AA-2A8A-4A40-9A97-E32884CAEAAF}" srcId="{944A7F0A-8768-4388-AC41-38433BFBBFEA}" destId="{96332797-992E-4FA7-990E-1871A30C405C}" srcOrd="1" destOrd="0" parTransId="{CC52F6D2-4720-4E3B-8627-60F4BAAF3F58}" sibTransId="{651B9200-C58C-4E24-AEE4-73C95F505609}"/>
    <dgm:cxn modelId="{70852EEC-FD32-4363-8ECC-24ED17A63855}" type="presOf" srcId="{99AEFC5C-077C-44D3-9CF8-F0F83F52246A}" destId="{CE142C9B-248A-44A1-8D8A-72F7A86C2655}" srcOrd="1" destOrd="0" presId="urn:microsoft.com/office/officeart/2005/8/layout/process2"/>
    <dgm:cxn modelId="{0854A2AC-DF2D-4A0E-8433-6074AAA5F294}" type="presParOf" srcId="{6E558502-2633-4B43-861C-470EBA187489}" destId="{EA33CC13-53B1-4A10-9FB4-04861E0EE5B1}" srcOrd="0" destOrd="0" presId="urn:microsoft.com/office/officeart/2005/8/layout/process2"/>
    <dgm:cxn modelId="{1737B86B-1164-4EE6-91A6-DCC749CCAF27}" type="presParOf" srcId="{6E558502-2633-4B43-861C-470EBA187489}" destId="{75EB1488-70D0-4725-9736-7E4AF4B9A016}" srcOrd="1" destOrd="0" presId="urn:microsoft.com/office/officeart/2005/8/layout/process2"/>
    <dgm:cxn modelId="{1B28D016-ADE4-4F28-BF9E-DCA86D8EC2A3}" type="presParOf" srcId="{75EB1488-70D0-4725-9736-7E4AF4B9A016}" destId="{CE142C9B-248A-44A1-8D8A-72F7A86C2655}" srcOrd="0" destOrd="0" presId="urn:microsoft.com/office/officeart/2005/8/layout/process2"/>
    <dgm:cxn modelId="{0F05E0E7-9EDB-41CF-8232-86511E93A5BC}" type="presParOf" srcId="{6E558502-2633-4B43-861C-470EBA187489}" destId="{439BB55A-8602-4FB6-B4E5-D219FBE17A67}" srcOrd="2" destOrd="0" presId="urn:microsoft.com/office/officeart/2005/8/layout/process2"/>
    <dgm:cxn modelId="{5D9D425A-E735-4E47-B601-11B933EDC369}" type="presParOf" srcId="{6E558502-2633-4B43-861C-470EBA187489}" destId="{D491F126-97F7-46BB-9902-4FFD52C2511A}" srcOrd="3" destOrd="0" presId="urn:microsoft.com/office/officeart/2005/8/layout/process2"/>
    <dgm:cxn modelId="{5F708751-4FEC-463A-B20A-C44F26F2ECF1}" type="presParOf" srcId="{D491F126-97F7-46BB-9902-4FFD52C2511A}" destId="{3CD53FF1-E7F9-473B-9B3E-5C32AC4A5FA4}" srcOrd="0" destOrd="0" presId="urn:microsoft.com/office/officeart/2005/8/layout/process2"/>
    <dgm:cxn modelId="{A3F7BCE1-963F-44AF-86A4-375C8782E085}" type="presParOf" srcId="{6E558502-2633-4B43-861C-470EBA187489}" destId="{2FAA9F2D-EDCC-4A0C-A989-691ABD9D45BA}" srcOrd="4" destOrd="0" presId="urn:microsoft.com/office/officeart/2005/8/layout/process2"/>
    <dgm:cxn modelId="{0274A346-E7F1-4D6C-98B4-026C8D09D598}" type="presParOf" srcId="{6E558502-2633-4B43-861C-470EBA187489}" destId="{21BA5935-E7C9-4E95-8C49-76FC37D5E11D}" srcOrd="5" destOrd="0" presId="urn:microsoft.com/office/officeart/2005/8/layout/process2"/>
    <dgm:cxn modelId="{BC239D76-E75E-492D-9763-2DA0028099EC}" type="presParOf" srcId="{21BA5935-E7C9-4E95-8C49-76FC37D5E11D}" destId="{99C7F80D-51B5-42DF-98BF-C2AC6CF7AB2E}" srcOrd="0" destOrd="0" presId="urn:microsoft.com/office/officeart/2005/8/layout/process2"/>
    <dgm:cxn modelId="{55388A44-712A-4F6B-A47E-588C85448BB8}" type="presParOf" srcId="{6E558502-2633-4B43-861C-470EBA187489}" destId="{5B615214-3DC0-40B4-BC45-13D3FF024ECC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33CC13-53B1-4A10-9FB4-04861E0EE5B1}">
      <dsp:nvSpPr>
        <dsp:cNvPr id="0" name=""/>
        <dsp:cNvSpPr/>
      </dsp:nvSpPr>
      <dsp:spPr>
        <a:xfrm>
          <a:off x="3445514" y="1895"/>
          <a:ext cx="1705283" cy="705026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rnd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User Input</a:t>
          </a:r>
          <a:endParaRPr lang="en-IN" sz="1800" kern="1200" dirty="0"/>
        </a:p>
      </dsp:txBody>
      <dsp:txXfrm>
        <a:off x="3466164" y="22545"/>
        <a:ext cx="1663983" cy="663726"/>
      </dsp:txXfrm>
    </dsp:sp>
    <dsp:sp modelId="{75EB1488-70D0-4725-9736-7E4AF4B9A016}">
      <dsp:nvSpPr>
        <dsp:cNvPr id="0" name=""/>
        <dsp:cNvSpPr/>
      </dsp:nvSpPr>
      <dsp:spPr>
        <a:xfrm rot="5400000">
          <a:off x="4165963" y="724547"/>
          <a:ext cx="264384" cy="317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4202977" y="750986"/>
        <a:ext cx="190357" cy="185069"/>
      </dsp:txXfrm>
    </dsp:sp>
    <dsp:sp modelId="{439BB55A-8602-4FB6-B4E5-D219FBE17A67}">
      <dsp:nvSpPr>
        <dsp:cNvPr id="0" name=""/>
        <dsp:cNvSpPr/>
      </dsp:nvSpPr>
      <dsp:spPr>
        <a:xfrm>
          <a:off x="3445514" y="1059435"/>
          <a:ext cx="1705283" cy="705026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rnd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Connecting to Repositories</a:t>
          </a:r>
          <a:endParaRPr lang="en-IN" sz="1800" kern="1200" dirty="0"/>
        </a:p>
      </dsp:txBody>
      <dsp:txXfrm>
        <a:off x="3466164" y="1080085"/>
        <a:ext cx="1663983" cy="663726"/>
      </dsp:txXfrm>
    </dsp:sp>
    <dsp:sp modelId="{D491F126-97F7-46BB-9902-4FFD52C2511A}">
      <dsp:nvSpPr>
        <dsp:cNvPr id="0" name=""/>
        <dsp:cNvSpPr/>
      </dsp:nvSpPr>
      <dsp:spPr>
        <a:xfrm rot="5400000">
          <a:off x="4165963" y="1782087"/>
          <a:ext cx="264384" cy="317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4202977" y="1808526"/>
        <a:ext cx="190357" cy="185069"/>
      </dsp:txXfrm>
    </dsp:sp>
    <dsp:sp modelId="{2FAA9F2D-EDCC-4A0C-A989-691ABD9D45BA}">
      <dsp:nvSpPr>
        <dsp:cNvPr id="0" name=""/>
        <dsp:cNvSpPr/>
      </dsp:nvSpPr>
      <dsp:spPr>
        <a:xfrm>
          <a:off x="3445514" y="2116975"/>
          <a:ext cx="1705283" cy="705026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rnd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Searching for Papers</a:t>
          </a:r>
          <a:endParaRPr lang="en-IN" sz="1800" kern="1200" dirty="0"/>
        </a:p>
      </dsp:txBody>
      <dsp:txXfrm>
        <a:off x="3466164" y="2137625"/>
        <a:ext cx="1663983" cy="663726"/>
      </dsp:txXfrm>
    </dsp:sp>
    <dsp:sp modelId="{21BA5935-E7C9-4E95-8C49-76FC37D5E11D}">
      <dsp:nvSpPr>
        <dsp:cNvPr id="0" name=""/>
        <dsp:cNvSpPr/>
      </dsp:nvSpPr>
      <dsp:spPr>
        <a:xfrm rot="5400000">
          <a:off x="4165963" y="2839627"/>
          <a:ext cx="264384" cy="3172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300" kern="1200"/>
        </a:p>
      </dsp:txBody>
      <dsp:txXfrm rot="-5400000">
        <a:off x="4202977" y="2866066"/>
        <a:ext cx="190357" cy="185069"/>
      </dsp:txXfrm>
    </dsp:sp>
    <dsp:sp modelId="{5B615214-3DC0-40B4-BC45-13D3FF024ECC}">
      <dsp:nvSpPr>
        <dsp:cNvPr id="0" name=""/>
        <dsp:cNvSpPr/>
      </dsp:nvSpPr>
      <dsp:spPr>
        <a:xfrm>
          <a:off x="3445514" y="3174515"/>
          <a:ext cx="1705283" cy="705026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9050" cap="rnd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b="1" i="0" kern="1200" dirty="0" smtClean="0"/>
            <a:t>Collecting Information</a:t>
          </a:r>
          <a:endParaRPr lang="en-IN" sz="1800" kern="1200" dirty="0"/>
        </a:p>
      </dsp:txBody>
      <dsp:txXfrm>
        <a:off x="3466164" y="3195165"/>
        <a:ext cx="1663983" cy="663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29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94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44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38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22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063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49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82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65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11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79698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78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1423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52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433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863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D8713-C5F2-4B3C-B292-64B11024BAE4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E48B3B9-D80B-478E-95C0-75971C41E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866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-VAISHNAVI SHARMA</a:t>
            </a:r>
          </a:p>
          <a:p>
            <a:r>
              <a:rPr lang="en-IN" dirty="0" smtClean="0"/>
              <a:t>B.TECH BIOTECHNOLOGY(4</a:t>
            </a:r>
            <a:r>
              <a:rPr lang="en-IN" baseline="30000" dirty="0" smtClean="0"/>
              <a:t>TH</a:t>
            </a:r>
            <a:r>
              <a:rPr lang="en-IN" dirty="0" smtClean="0"/>
              <a:t>-YEAR)</a:t>
            </a:r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2302524" y="1366092"/>
            <a:ext cx="8163499" cy="2401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200" dirty="0" smtClean="0">
                <a:latin typeface="Arial Black" panose="020B0A04020102020204" pitchFamily="34" charset="0"/>
              </a:rPr>
              <a:t>PYGETPAPERS</a:t>
            </a:r>
            <a:endParaRPr lang="en-IN" sz="7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46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 dirty="0" err="1"/>
              <a:t>pygetpapers</a:t>
            </a:r>
            <a:r>
              <a:rPr lang="en-IN" b="1" dirty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6" b="34114"/>
          <a:stretch/>
        </p:blipFill>
        <p:spPr>
          <a:xfrm>
            <a:off x="342354" y="2084984"/>
            <a:ext cx="11283449" cy="40319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73640" y="316871"/>
            <a:ext cx="5097101" cy="15119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/>
              <a:t>A Python-based tool that helps users find and download scientific papers from various sources easily.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87" y="6290631"/>
            <a:ext cx="8615190" cy="385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FIG: MANUAL DOWNLOADING V/S PYGETPAPERS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Installation </a:t>
            </a:r>
            <a:r>
              <a:rPr lang="en-IN" b="1" dirty="0" smtClean="0"/>
              <a:t>Command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092273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486" y="2375551"/>
            <a:ext cx="3888097" cy="4708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486" y="3499162"/>
            <a:ext cx="3100685" cy="55861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289706" y="2508629"/>
            <a:ext cx="535022" cy="204666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6302753" y="2287797"/>
            <a:ext cx="4221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install </a:t>
            </a:r>
            <a:r>
              <a:rPr lang="en-US" b="1" dirty="0" err="1" smtClean="0"/>
              <a:t>pygetpapers</a:t>
            </a:r>
            <a:r>
              <a:rPr lang="en-US" dirty="0" smtClean="0"/>
              <a:t>, run this in your terminal</a:t>
            </a:r>
            <a:endParaRPr lang="en-IN" dirty="0"/>
          </a:p>
        </p:txBody>
      </p:sp>
      <p:sp>
        <p:nvSpPr>
          <p:cNvPr id="10" name="Right Arrow 9"/>
          <p:cNvSpPr/>
          <p:nvPr/>
        </p:nvSpPr>
        <p:spPr>
          <a:xfrm>
            <a:off x="5289706" y="3676134"/>
            <a:ext cx="535022" cy="204666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237838" y="3593801"/>
            <a:ext cx="428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After installation, for verification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3516672" y="5277079"/>
            <a:ext cx="5442332" cy="1200839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 smtClean="0">
                <a:solidFill>
                  <a:schemeClr val="tx1"/>
                </a:solidFill>
              </a:rPr>
              <a:t>TO OVERCOME FALSE POSITIVES (IRRELEVANT INFORMATION) WE GENERATE DATATABLES IN OUTPUT FOR THE REQUIRED QUERY IN PYGETPAPERS.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12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12675" y="594911"/>
            <a:ext cx="127795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dirty="0" smtClean="0"/>
              <a:t>DATATABLE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85" y="1323101"/>
            <a:ext cx="12008415" cy="499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0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</a:t>
            </a:r>
            <a:r>
              <a:rPr lang="en-US" b="1" dirty="0" err="1"/>
              <a:t>pygetpapers</a:t>
            </a:r>
            <a:r>
              <a:rPr lang="en-US" b="1" dirty="0"/>
              <a:t> Collects Research </a:t>
            </a:r>
            <a:r>
              <a:rPr lang="en-US" b="1" dirty="0" smtClean="0"/>
              <a:t>Papers?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81939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64173" y="2514494"/>
            <a:ext cx="3485584" cy="371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 enter </a:t>
            </a:r>
            <a:r>
              <a:rPr lang="en-IN" dirty="0" smtClean="0"/>
              <a:t>search query</a:t>
            </a:r>
            <a:endParaRPr lang="en-IN" dirty="0"/>
          </a:p>
        </p:txBody>
      </p:sp>
      <p:cxnSp>
        <p:nvCxnSpPr>
          <p:cNvPr id="9" name="Elbow Connector 8"/>
          <p:cNvCxnSpPr/>
          <p:nvPr/>
        </p:nvCxnSpPr>
        <p:spPr>
          <a:xfrm>
            <a:off x="6083929" y="2420606"/>
            <a:ext cx="380245" cy="2444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/>
          <p:nvPr/>
        </p:nvCxnSpPr>
        <p:spPr>
          <a:xfrm>
            <a:off x="5943600" y="3407229"/>
            <a:ext cx="520573" cy="1881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64173" y="3312807"/>
            <a:ext cx="3695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Uses APIs to connect to repositories like Europe PMC and </a:t>
            </a:r>
            <a:r>
              <a:rPr lang="en-US" dirty="0" err="1"/>
              <a:t>bioRxiv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54708" y="4449983"/>
            <a:ext cx="3605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Sends your request to find papers related to your topic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16" name="Elbow Connector 15"/>
          <p:cNvCxnSpPr/>
          <p:nvPr/>
        </p:nvCxnSpPr>
        <p:spPr>
          <a:xfrm>
            <a:off x="6083928" y="4450929"/>
            <a:ext cx="380245" cy="2806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>
            <a:off x="6083928" y="5587160"/>
            <a:ext cx="380245" cy="2534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54708" y="5655991"/>
            <a:ext cx="4218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Gathers titles, authors, links, and abstracts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439500" y="2919742"/>
            <a:ext cx="2734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 smtClean="0"/>
              <a:t>OUTPUT FORMATS</a:t>
            </a: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 smtClean="0"/>
              <a:t>JSON</a:t>
            </a: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 smtClean="0"/>
              <a:t>XML</a:t>
            </a: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 smtClean="0"/>
              <a:t>PDF</a:t>
            </a:r>
            <a:endParaRPr lang="en-US" dirty="0" smtClean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b="1" dirty="0" smtClean="0"/>
              <a:t>HTML</a:t>
            </a:r>
            <a:endParaRPr lang="en-US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734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COMMANDS USED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269" y="2121280"/>
            <a:ext cx="10713411" cy="275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4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Supported </a:t>
            </a:r>
            <a:r>
              <a:rPr lang="en-IN" b="1" dirty="0" smtClean="0"/>
              <a:t>Repositories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en-IN" sz="2800" dirty="0" smtClean="0"/>
              <a:t> Europe </a:t>
            </a:r>
            <a:r>
              <a:rPr lang="en-IN" sz="2800" dirty="0"/>
              <a:t>PMC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IN" sz="2800" dirty="0" smtClean="0"/>
              <a:t> </a:t>
            </a:r>
            <a:r>
              <a:rPr lang="en-IN" sz="2800" dirty="0" err="1" smtClean="0"/>
              <a:t>bioRxiv</a:t>
            </a:r>
            <a:endParaRPr lang="en-IN" sz="2800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IN" sz="2800" dirty="0" smtClean="0"/>
              <a:t> </a:t>
            </a:r>
            <a:r>
              <a:rPr lang="en-IN" sz="2800" dirty="0" err="1" smtClean="0"/>
              <a:t>medRxiv</a:t>
            </a:r>
            <a:endParaRPr lang="en-IN" sz="2800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IN" sz="2800" dirty="0" smtClean="0"/>
              <a:t> </a:t>
            </a:r>
            <a:r>
              <a:rPr lang="en-IN" sz="2800" dirty="0" err="1" smtClean="0"/>
              <a:t>Crossref</a:t>
            </a:r>
            <a:endParaRPr lang="en-IN" sz="2800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IN" sz="2800" dirty="0" smtClean="0"/>
              <a:t> </a:t>
            </a:r>
            <a:r>
              <a:rPr lang="en-IN" sz="2800" dirty="0" err="1" smtClean="0"/>
              <a:t>OpenAlex</a:t>
            </a:r>
            <a:endParaRPr lang="en-IN" sz="2800" dirty="0"/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IN" sz="2800" dirty="0" smtClean="0"/>
              <a:t> </a:t>
            </a:r>
            <a:r>
              <a:rPr lang="en-IN" sz="2800" dirty="0" err="1" smtClean="0"/>
              <a:t>Redalyc</a:t>
            </a:r>
            <a:r>
              <a:rPr lang="en-IN" sz="2800" dirty="0" smtClean="0"/>
              <a:t> </a:t>
            </a:r>
            <a:r>
              <a:rPr lang="en-IN" sz="2800" dirty="0"/>
              <a:t>(via Selenium)</a:t>
            </a:r>
          </a:p>
          <a:p>
            <a:pPr marL="0" indent="0">
              <a:buNone/>
            </a:pPr>
            <a:endParaRPr lang="en-IN" sz="2800" dirty="0"/>
          </a:p>
        </p:txBody>
      </p:sp>
      <p:sp>
        <p:nvSpPr>
          <p:cNvPr id="5" name="Rectangle 4"/>
          <p:cNvSpPr/>
          <p:nvPr/>
        </p:nvSpPr>
        <p:spPr>
          <a:xfrm>
            <a:off x="7052650" y="2227842"/>
            <a:ext cx="4771176" cy="20732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Font typeface="Wingdings" panose="05000000000000000000" pitchFamily="2" charset="2"/>
              <a:buChar char="q"/>
            </a:pPr>
            <a:r>
              <a:rPr lang="en-US" sz="2400" b="1" smtClean="0"/>
              <a:t> API Limits</a:t>
            </a:r>
            <a:r>
              <a:rPr lang="en-US" sz="2400" smtClean="0"/>
              <a:t>:</a:t>
            </a:r>
          </a:p>
          <a:p>
            <a:pPr lvl="1" fontAlgn="base"/>
            <a:r>
              <a:rPr lang="en-US" sz="2000" smtClean="0"/>
              <a:t>Each repository may allow up to </a:t>
            </a:r>
            <a:r>
              <a:rPr lang="en-US" sz="2000" b="1" smtClean="0"/>
              <a:t>100 papers</a:t>
            </a:r>
            <a:r>
              <a:rPr lang="en-US" sz="2000" smtClean="0"/>
              <a:t> per request.</a:t>
            </a:r>
          </a:p>
          <a:p>
            <a:pPr fontAlgn="base">
              <a:buFont typeface="Wingdings" panose="05000000000000000000" pitchFamily="2" charset="2"/>
              <a:buChar char="q"/>
            </a:pPr>
            <a:r>
              <a:rPr lang="en-US" sz="2400" b="1" smtClean="0"/>
              <a:t> User-Defined Limits</a:t>
            </a:r>
            <a:r>
              <a:rPr lang="en-US" sz="2400" smtClean="0"/>
              <a:t>:</a:t>
            </a:r>
          </a:p>
          <a:p>
            <a:pPr lvl="1" fontAlgn="base"/>
            <a:r>
              <a:rPr lang="en-US" sz="2000" smtClean="0"/>
              <a:t>You can specify how many papers you want to download.</a:t>
            </a:r>
            <a:endParaRPr lang="en-US" sz="20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7052650" y="4480309"/>
            <a:ext cx="4771176" cy="462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LIMITED REPOSITORIES IS A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78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6948" y="2388941"/>
            <a:ext cx="10058400" cy="4023360"/>
          </a:xfrm>
        </p:spPr>
        <p:txBody>
          <a:bodyPr>
            <a:normAutofit/>
          </a:bodyPr>
          <a:lstStyle/>
          <a:p>
            <a:r>
              <a:rPr lang="en-IN" sz="9600" dirty="0" smtClean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912326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167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Trebuchet MS</vt:lpstr>
      <vt:lpstr>Wingdings</vt:lpstr>
      <vt:lpstr>Wingdings 3</vt:lpstr>
      <vt:lpstr>Facet</vt:lpstr>
      <vt:lpstr>PowerPoint Presentation</vt:lpstr>
      <vt:lpstr>What is pygetpapers?</vt:lpstr>
      <vt:lpstr>Installation Command</vt:lpstr>
      <vt:lpstr>PowerPoint Presentation</vt:lpstr>
      <vt:lpstr>How pygetpapers Collects Research Papers?</vt:lpstr>
      <vt:lpstr>COMMANDS USED</vt:lpstr>
      <vt:lpstr>Supported Repositories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PYGETPAPERS</dc:title>
  <dc:creator>Microsoft account</dc:creator>
  <cp:lastModifiedBy>Microsoft account</cp:lastModifiedBy>
  <cp:revision>15</cp:revision>
  <dcterms:created xsi:type="dcterms:W3CDTF">2026-02-27T08:03:26Z</dcterms:created>
  <dcterms:modified xsi:type="dcterms:W3CDTF">2026-02-27T11:28:47Z</dcterms:modified>
</cp:coreProperties>
</file>