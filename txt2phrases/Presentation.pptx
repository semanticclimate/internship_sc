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0" r:id="rId5"/>
    <p:sldId id="258" r:id="rId6"/>
    <p:sldId id="265" r:id="rId7"/>
    <p:sldId id="259" r:id="rId8"/>
    <p:sldId id="261" r:id="rId9"/>
    <p:sldId id="262" r:id="rId10"/>
    <p:sldId id="266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gupta" userId="fe7bf80378c01198" providerId="LiveId" clId="{CD3F5599-86B3-47FA-A744-D924C6D1A3CF}"/>
    <pc:docChg chg="custSel addSld delSld modSld">
      <pc:chgData name="sakshi gupta" userId="fe7bf80378c01198" providerId="LiveId" clId="{CD3F5599-86B3-47FA-A744-D924C6D1A3CF}" dt="2026-02-25T06:14:52.797" v="728" actId="27636"/>
      <pc:docMkLst>
        <pc:docMk/>
      </pc:docMkLst>
      <pc:sldChg chg="modSp mod">
        <pc:chgData name="sakshi gupta" userId="fe7bf80378c01198" providerId="LiveId" clId="{CD3F5599-86B3-47FA-A744-D924C6D1A3CF}" dt="2026-02-23T15:47:48.310" v="386" actId="27636"/>
        <pc:sldMkLst>
          <pc:docMk/>
          <pc:sldMk cId="3105930070" sldId="256"/>
        </pc:sldMkLst>
        <pc:spChg chg="mod">
          <ac:chgData name="sakshi gupta" userId="fe7bf80378c01198" providerId="LiveId" clId="{CD3F5599-86B3-47FA-A744-D924C6D1A3CF}" dt="2026-02-23T15:47:48.310" v="386" actId="27636"/>
          <ac:spMkLst>
            <pc:docMk/>
            <pc:sldMk cId="3105930070" sldId="256"/>
            <ac:spMk id="3" creationId="{62D4EDED-C46C-E6FC-1D67-0D207010497E}"/>
          </ac:spMkLst>
        </pc:spChg>
      </pc:sldChg>
      <pc:sldChg chg="modSp mod">
        <pc:chgData name="sakshi gupta" userId="fe7bf80378c01198" providerId="LiveId" clId="{CD3F5599-86B3-47FA-A744-D924C6D1A3CF}" dt="2026-02-25T05:50:03.160" v="650" actId="12"/>
        <pc:sldMkLst>
          <pc:docMk/>
          <pc:sldMk cId="3109307636" sldId="258"/>
        </pc:sldMkLst>
        <pc:spChg chg="mod">
          <ac:chgData name="sakshi gupta" userId="fe7bf80378c01198" providerId="LiveId" clId="{CD3F5599-86B3-47FA-A744-D924C6D1A3CF}" dt="2026-02-25T05:50:03.160" v="650" actId="12"/>
          <ac:spMkLst>
            <pc:docMk/>
            <pc:sldMk cId="3109307636" sldId="258"/>
            <ac:spMk id="3" creationId="{85B276C6-949A-BAF6-DED7-E94D7BA67EDA}"/>
          </ac:spMkLst>
        </pc:spChg>
      </pc:sldChg>
      <pc:sldChg chg="modSp mod">
        <pc:chgData name="sakshi gupta" userId="fe7bf80378c01198" providerId="LiveId" clId="{CD3F5599-86B3-47FA-A744-D924C6D1A3CF}" dt="2026-02-25T05:49:51.902" v="649" actId="27636"/>
        <pc:sldMkLst>
          <pc:docMk/>
          <pc:sldMk cId="7422783" sldId="259"/>
        </pc:sldMkLst>
        <pc:spChg chg="mod">
          <ac:chgData name="sakshi gupta" userId="fe7bf80378c01198" providerId="LiveId" clId="{CD3F5599-86B3-47FA-A744-D924C6D1A3CF}" dt="2026-02-25T05:49:51.902" v="649" actId="27636"/>
          <ac:spMkLst>
            <pc:docMk/>
            <pc:sldMk cId="7422783" sldId="259"/>
            <ac:spMk id="2" creationId="{9B785BF1-E5A3-DA17-78EC-FD0BC3D3DFB0}"/>
          </ac:spMkLst>
        </pc:spChg>
        <pc:picChg chg="mod">
          <ac:chgData name="sakshi gupta" userId="fe7bf80378c01198" providerId="LiveId" clId="{CD3F5599-86B3-47FA-A744-D924C6D1A3CF}" dt="2026-02-23T15:52:38.573" v="585" actId="14100"/>
          <ac:picMkLst>
            <pc:docMk/>
            <pc:sldMk cId="7422783" sldId="259"/>
            <ac:picMk id="9" creationId="{E9190C6B-4934-2CDC-5023-D245ECA57747}"/>
          </ac:picMkLst>
        </pc:picChg>
      </pc:sldChg>
      <pc:sldChg chg="modSp mod">
        <pc:chgData name="sakshi gupta" userId="fe7bf80378c01198" providerId="LiveId" clId="{CD3F5599-86B3-47FA-A744-D924C6D1A3CF}" dt="2026-02-23T15:49:04.993" v="401" actId="113"/>
        <pc:sldMkLst>
          <pc:docMk/>
          <pc:sldMk cId="3607603092" sldId="260"/>
        </pc:sldMkLst>
        <pc:spChg chg="mod">
          <ac:chgData name="sakshi gupta" userId="fe7bf80378c01198" providerId="LiveId" clId="{CD3F5599-86B3-47FA-A744-D924C6D1A3CF}" dt="2026-02-23T15:49:04.993" v="401" actId="113"/>
          <ac:spMkLst>
            <pc:docMk/>
            <pc:sldMk cId="3607603092" sldId="260"/>
            <ac:spMk id="3" creationId="{22AB3FBF-B1DE-3697-484C-72C90B0DF621}"/>
          </ac:spMkLst>
        </pc:spChg>
      </pc:sldChg>
      <pc:sldChg chg="addSp delSp modSp new mod">
        <pc:chgData name="sakshi gupta" userId="fe7bf80378c01198" providerId="LiveId" clId="{CD3F5599-86B3-47FA-A744-D924C6D1A3CF}" dt="2026-02-23T07:56:22.438" v="19" actId="14100"/>
        <pc:sldMkLst>
          <pc:docMk/>
          <pc:sldMk cId="2919700871" sldId="261"/>
        </pc:sldMkLst>
        <pc:spChg chg="mod">
          <ac:chgData name="sakshi gupta" userId="fe7bf80378c01198" providerId="LiveId" clId="{CD3F5599-86B3-47FA-A744-D924C6D1A3CF}" dt="2026-02-23T07:56:01.421" v="16" actId="20577"/>
          <ac:spMkLst>
            <pc:docMk/>
            <pc:sldMk cId="2919700871" sldId="261"/>
            <ac:spMk id="2" creationId="{843BC07F-4A64-329F-7F7A-4ECFAB3B8DBB}"/>
          </ac:spMkLst>
        </pc:spChg>
        <pc:picChg chg="add mod ord">
          <ac:chgData name="sakshi gupta" userId="fe7bf80378c01198" providerId="LiveId" clId="{CD3F5599-86B3-47FA-A744-D924C6D1A3CF}" dt="2026-02-23T07:56:22.438" v="19" actId="14100"/>
          <ac:picMkLst>
            <pc:docMk/>
            <pc:sldMk cId="2919700871" sldId="261"/>
            <ac:picMk id="5" creationId="{A09D7263-2315-8CD6-61FD-4434851C5C89}"/>
          </ac:picMkLst>
        </pc:picChg>
      </pc:sldChg>
      <pc:sldChg chg="modSp new mod">
        <pc:chgData name="sakshi gupta" userId="fe7bf80378c01198" providerId="LiveId" clId="{CD3F5599-86B3-47FA-A744-D924C6D1A3CF}" dt="2026-02-25T06:14:52.797" v="728" actId="27636"/>
        <pc:sldMkLst>
          <pc:docMk/>
          <pc:sldMk cId="1727964981" sldId="262"/>
        </pc:sldMkLst>
        <pc:spChg chg="mod">
          <ac:chgData name="sakshi gupta" userId="fe7bf80378c01198" providerId="LiveId" clId="{CD3F5599-86B3-47FA-A744-D924C6D1A3CF}" dt="2026-02-23T07:56:39.376" v="29" actId="5793"/>
          <ac:spMkLst>
            <pc:docMk/>
            <pc:sldMk cId="1727964981" sldId="262"/>
            <ac:spMk id="2" creationId="{C94F2D44-40F6-6099-9310-D9EF35E5B16C}"/>
          </ac:spMkLst>
        </pc:spChg>
        <pc:spChg chg="mod">
          <ac:chgData name="sakshi gupta" userId="fe7bf80378c01198" providerId="LiveId" clId="{CD3F5599-86B3-47FA-A744-D924C6D1A3CF}" dt="2026-02-25T06:14:52.797" v="728" actId="27636"/>
          <ac:spMkLst>
            <pc:docMk/>
            <pc:sldMk cId="1727964981" sldId="262"/>
            <ac:spMk id="3" creationId="{1A912F8A-124A-8743-2F04-F3FB1F539527}"/>
          </ac:spMkLst>
        </pc:spChg>
      </pc:sldChg>
      <pc:sldChg chg="modSp new mod">
        <pc:chgData name="sakshi gupta" userId="fe7bf80378c01198" providerId="LiveId" clId="{CD3F5599-86B3-47FA-A744-D924C6D1A3CF}" dt="2026-02-24T08:17:59.787" v="639" actId="20577"/>
        <pc:sldMkLst>
          <pc:docMk/>
          <pc:sldMk cId="2618940872" sldId="263"/>
        </pc:sldMkLst>
        <pc:spChg chg="mod">
          <ac:chgData name="sakshi gupta" userId="fe7bf80378c01198" providerId="LiveId" clId="{CD3F5599-86B3-47FA-A744-D924C6D1A3CF}" dt="2026-02-23T08:11:58.979" v="78" actId="5793"/>
          <ac:spMkLst>
            <pc:docMk/>
            <pc:sldMk cId="2618940872" sldId="263"/>
            <ac:spMk id="2" creationId="{F2C6E866-60EC-0FA0-FC9D-C360343961B2}"/>
          </ac:spMkLst>
        </pc:spChg>
        <pc:spChg chg="mod">
          <ac:chgData name="sakshi gupta" userId="fe7bf80378c01198" providerId="LiveId" clId="{CD3F5599-86B3-47FA-A744-D924C6D1A3CF}" dt="2026-02-24T08:17:59.787" v="639" actId="20577"/>
          <ac:spMkLst>
            <pc:docMk/>
            <pc:sldMk cId="2618940872" sldId="263"/>
            <ac:spMk id="3" creationId="{7A175CE9-F6CE-8103-9439-0FBB057C25C3}"/>
          </ac:spMkLst>
        </pc:spChg>
      </pc:sldChg>
      <pc:sldChg chg="new del">
        <pc:chgData name="sakshi gupta" userId="fe7bf80378c01198" providerId="LiveId" clId="{CD3F5599-86B3-47FA-A744-D924C6D1A3CF}" dt="2026-02-24T07:53:48.371" v="597" actId="2696"/>
        <pc:sldMkLst>
          <pc:docMk/>
          <pc:sldMk cId="556642657" sldId="264"/>
        </pc:sldMkLst>
      </pc:sldChg>
      <pc:sldChg chg="addSp delSp modSp new mod">
        <pc:chgData name="sakshi gupta" userId="fe7bf80378c01198" providerId="LiveId" clId="{CD3F5599-86B3-47FA-A744-D924C6D1A3CF}" dt="2026-02-24T08:00:15.650" v="619" actId="14100"/>
        <pc:sldMkLst>
          <pc:docMk/>
          <pc:sldMk cId="3367923462" sldId="264"/>
        </pc:sldMkLst>
        <pc:spChg chg="del">
          <ac:chgData name="sakshi gupta" userId="fe7bf80378c01198" providerId="LiveId" clId="{CD3F5599-86B3-47FA-A744-D924C6D1A3CF}" dt="2026-02-24T07:56:28.608" v="599" actId="931"/>
          <ac:spMkLst>
            <pc:docMk/>
            <pc:sldMk cId="3367923462" sldId="264"/>
            <ac:spMk id="3" creationId="{94BA4570-9881-506F-6447-CDC950BAC491}"/>
          </ac:spMkLst>
        </pc:spChg>
        <pc:picChg chg="add mod ord">
          <ac:chgData name="sakshi gupta" userId="fe7bf80378c01198" providerId="LiveId" clId="{CD3F5599-86B3-47FA-A744-D924C6D1A3CF}" dt="2026-02-24T08:00:15.650" v="619" actId="14100"/>
          <ac:picMkLst>
            <pc:docMk/>
            <pc:sldMk cId="3367923462" sldId="264"/>
            <ac:picMk id="5" creationId="{D0BA6EF4-BEC9-85A0-E3F9-1BA0683226B5}"/>
          </ac:picMkLst>
        </pc:picChg>
      </pc:sldChg>
      <pc:sldChg chg="addSp delSp modSp new mod">
        <pc:chgData name="sakshi gupta" userId="fe7bf80378c01198" providerId="LiveId" clId="{CD3F5599-86B3-47FA-A744-D924C6D1A3CF}" dt="2026-02-24T07:58:44.402" v="616" actId="14100"/>
        <pc:sldMkLst>
          <pc:docMk/>
          <pc:sldMk cId="1154062688" sldId="265"/>
        </pc:sldMkLst>
        <pc:spChg chg="del">
          <ac:chgData name="sakshi gupta" userId="fe7bf80378c01198" providerId="LiveId" clId="{CD3F5599-86B3-47FA-A744-D924C6D1A3CF}" dt="2026-02-24T07:58:12.097" v="609" actId="931"/>
          <ac:spMkLst>
            <pc:docMk/>
            <pc:sldMk cId="1154062688" sldId="265"/>
            <ac:spMk id="3" creationId="{F5E61013-8776-9D89-2225-1F2C32EBFC42}"/>
          </ac:spMkLst>
        </pc:spChg>
        <pc:picChg chg="add mod ord">
          <ac:chgData name="sakshi gupta" userId="fe7bf80378c01198" providerId="LiveId" clId="{CD3F5599-86B3-47FA-A744-D924C6D1A3CF}" dt="2026-02-24T07:58:44.402" v="616" actId="14100"/>
          <ac:picMkLst>
            <pc:docMk/>
            <pc:sldMk cId="1154062688" sldId="265"/>
            <ac:picMk id="5" creationId="{6C82BB36-626D-2C93-3D8B-8A58A22B8845}"/>
          </ac:picMkLst>
        </pc:picChg>
      </pc:sldChg>
      <pc:sldChg chg="new del">
        <pc:chgData name="sakshi gupta" userId="fe7bf80378c01198" providerId="LiveId" clId="{CD3F5599-86B3-47FA-A744-D924C6D1A3CF}" dt="2026-02-24T07:57:26.721" v="606" actId="2696"/>
        <pc:sldMkLst>
          <pc:docMk/>
          <pc:sldMk cId="1978460143" sldId="265"/>
        </pc:sldMkLst>
      </pc:sldChg>
      <pc:sldChg chg="new del">
        <pc:chgData name="sakshi gupta" userId="fe7bf80378c01198" providerId="LiveId" clId="{CD3F5599-86B3-47FA-A744-D924C6D1A3CF}" dt="2026-02-24T07:57:36.365" v="607" actId="2696"/>
        <pc:sldMkLst>
          <pc:docMk/>
          <pc:sldMk cId="597544317" sldId="266"/>
        </pc:sldMkLst>
      </pc:sldChg>
      <pc:sldChg chg="addSp delSp modSp new mod">
        <pc:chgData name="sakshi gupta" userId="fe7bf80378c01198" providerId="LiveId" clId="{CD3F5599-86B3-47FA-A744-D924C6D1A3CF}" dt="2026-02-24T08:30:03.130" v="645" actId="14100"/>
        <pc:sldMkLst>
          <pc:docMk/>
          <pc:sldMk cId="3995877536" sldId="266"/>
        </pc:sldMkLst>
        <pc:spChg chg="del">
          <ac:chgData name="sakshi gupta" userId="fe7bf80378c01198" providerId="LiveId" clId="{CD3F5599-86B3-47FA-A744-D924C6D1A3CF}" dt="2026-02-24T08:29:48.133" v="641" actId="931"/>
          <ac:spMkLst>
            <pc:docMk/>
            <pc:sldMk cId="3995877536" sldId="266"/>
            <ac:spMk id="3" creationId="{B662CBC0-F362-4AC6-1434-3C2A56EED030}"/>
          </ac:spMkLst>
        </pc:spChg>
        <pc:picChg chg="add mod ord">
          <ac:chgData name="sakshi gupta" userId="fe7bf80378c01198" providerId="LiveId" clId="{CD3F5599-86B3-47FA-A744-D924C6D1A3CF}" dt="2026-02-24T08:30:03.130" v="645" actId="14100"/>
          <ac:picMkLst>
            <pc:docMk/>
            <pc:sldMk cId="3995877536" sldId="266"/>
            <ac:picMk id="5" creationId="{5E243EB6-C73B-F364-4845-8FFB3BA9499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996C-5B35-E012-3991-31A07E0B82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EDA459-CCA9-C1A1-4306-6490B66E7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7894-5467-B02D-696E-3A476041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BE097-6FB6-367B-5AA1-661799DC8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42BB-5D20-1AF4-6B6A-36F2C3611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140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93B62-FDCF-F22C-441D-4121F85D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663ED-5AE3-0676-D59D-205EDE4D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F8D6E-E765-CA69-B8FF-5147A011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3E8C9-570B-8B59-35E2-F86C9408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32D41-569A-82AC-17CE-C74F1E184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49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572F-B682-C720-0AAA-37A27E45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12C93-C46E-9104-CB16-890381EC6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1555-6767-0E1F-58E4-7764255A8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2D43-7CBD-0371-9397-A72F73DDB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87379-1432-AEEA-87DC-7C08B8F7D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922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9AD31-38BD-F49F-0374-1B356A6D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FC8-0647-5300-412A-50ED0FDA9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EEED7-0110-6958-C52E-D2D6E10C2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14F19-D04F-F025-AC76-9F41729FF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9C5AF8-822F-0A9D-0BA8-D8CB5C1B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99257-6A96-9577-D268-FDA74D883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8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5923B-4249-FAB5-94C2-013CC2159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87DA8-269C-4F9C-9681-1333F6033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0AAF-34CD-0047-1F1B-4BAE2B21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04A54-47E1-B10C-0C19-DD58A8116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A21449-1125-2090-B170-D09025841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AA5BFE-702A-F76F-75A9-3D4C6CBE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4D8178-6104-1AF5-5606-8F3F48579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100BC-32CC-B32B-EA7F-A0298685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854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2CEF0-18E6-A4CF-6698-8F38974B3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0E172-373B-F962-ECF2-284139D84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C3F63-A030-07C4-727C-E4FECB3C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A2277-B632-E447-576B-B9D0C971E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546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49D68-CB79-86C9-C04B-8BDBAB3D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8A43D3-84CD-B291-9D1D-985E41819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92DC4-2208-6381-9B24-E939E8ED7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8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61053-5561-CF39-B59D-ED4CBB75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1E58C-60CE-814D-6CF9-7F8835466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78D60-D170-2D09-7FFA-22539D35B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98E90-0889-2CA8-FB7F-D3BD51C92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B7612-3858-F404-6705-963F4848D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394064-16D8-CB60-6180-3D52E28A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1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5EA0B-56B0-951E-F0DD-A6F6992F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6B0D3-18A1-03E8-902B-A38FCF9BE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37453-E06B-E530-716C-51F769365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CF7C56-466D-3741-082F-2967B1A86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6516A-89B2-D3BA-98FC-CB32860BA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BF4E9-BBC6-1AC0-87BD-032B2F76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548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F91BC-9641-A4D5-62CF-79EBAB37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55A21-03C1-909A-DB16-6A7A84982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B13E42-B251-9F76-AF68-32DC8CA85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08ED4-C8D0-3C0D-A542-58C1EB720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42B3B-161A-A830-D322-C8F93B24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597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C4AB30-4BB8-7223-2752-4BACFAEF77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1A483-E645-9406-5518-F6A95AE8F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E5624-DEA7-90F4-86CC-EE39E67F5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47744-B4A7-793A-52AB-ED073CC3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5948F-4672-A6B3-7F89-926B6C99F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24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BDFD7-3D9F-29E7-8153-AEBB35128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9E875-BB75-3BC9-166A-FA7876258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C075A-8601-365A-6D62-954DD9684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F53AEA-B7DC-4A83-8157-9AF768AB38E4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A1932-6D2A-A7C8-85DE-27D5C8D05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E0AF2-1A34-44CE-6625-E461D4A8D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B6C55-C417-42CC-A4EB-D801AB583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99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manticClimate/txt2phrases/blob/reports/Examples/otvirare/india_plant_reports/keyphrase_datatables.html" TargetMode="External"/><Relationship Id="rId2" Type="http://schemas.openxmlformats.org/officeDocument/2006/relationships/hyperlink" Target="https://github.com/semanticClimate/txt2phrases/blob/reports/Examples/otvirare/india_plant_reports/keyphrase_matrix.csv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emanticClimate/txt2phrases/blob/reports/Examples/otvirare/india_plant_reports/keyphrase_table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emanticClimate/internship_sC/blob/sakshi-gupta/txt2phrases/knowledge_graph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manticClimate/internship_sC/blob/sakshi-gupta/txt2phrases/wordslist_dict%20(3).html" TargetMode="External"/><Relationship Id="rId2" Type="http://schemas.openxmlformats.org/officeDocument/2006/relationships/hyperlink" Target="https://github.com/semanticClimate/internship_sC/blob/sakshi-gupta/txt2phrases/output.md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emanticClimate/txt2phrases/blob/reports/Examples/otvirare/india_plant_reports/merged_keywords.csv" TargetMode="External"/><Relationship Id="rId4" Type="http://schemas.openxmlformats.org/officeDocument/2006/relationships/hyperlink" Target="https://github.com/semanticClimate/internship_sC/blob/sakshi-gupta/txt2phrases/encyclopedia_kg_visual%20(2)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7AE11-83E1-7172-774D-5D6199428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100943"/>
          </a:xfrm>
        </p:spPr>
        <p:txBody>
          <a:bodyPr>
            <a:normAutofit/>
          </a:bodyPr>
          <a:lstStyle/>
          <a:p>
            <a:r>
              <a:rPr lang="en-IN" sz="4000" dirty="0"/>
              <a:t>Presentation: </a:t>
            </a:r>
            <a:r>
              <a:rPr lang="en-IN" sz="4000" dirty="0" err="1"/>
              <a:t>Keyphrases</a:t>
            </a:r>
            <a:r>
              <a:rPr lang="en-IN" sz="4000" dirty="0"/>
              <a:t> Extraction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4EDED-C46C-E6FC-1D67-0D2070104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62200"/>
            <a:ext cx="9144000" cy="28956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This presentation outlines the automated pipeline for extracting and aggregating </a:t>
            </a:r>
            <a:r>
              <a:rPr lang="en-GB" dirty="0" err="1"/>
              <a:t>keyphrases</a:t>
            </a:r>
            <a:r>
              <a:rPr lang="en-GB" dirty="0"/>
              <a:t> from the annual reports of 10 Indian plant research institutions.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                                                                </a:t>
            </a:r>
          </a:p>
          <a:p>
            <a:r>
              <a:rPr lang="en-GB" dirty="0"/>
              <a:t>                                                                               By-Sakshi gupta</a:t>
            </a:r>
          </a:p>
          <a:p>
            <a:endParaRPr lang="en-GB" dirty="0"/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930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6E866-60EC-0FA0-FC9D-C3603439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75CE9-F6CE-8103-9439-0FBB057C2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are building a system that converts </a:t>
            </a:r>
            <a:r>
              <a:rPr lang="en-GB" b="1" dirty="0"/>
              <a:t>unstructured </a:t>
            </a:r>
            <a:r>
              <a:rPr lang="en-GB" dirty="0"/>
              <a:t>scientific documents — annual reports of plant research institutions — into </a:t>
            </a:r>
            <a:r>
              <a:rPr lang="en-GB" b="1" dirty="0"/>
              <a:t>structured, computable </a:t>
            </a:r>
            <a:r>
              <a:rPr lang="en-GB" dirty="0"/>
              <a:t>knowledge.                                                           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By using </a:t>
            </a:r>
            <a:r>
              <a:rPr lang="en-GB" b="1" dirty="0"/>
              <a:t>txt2phrases</a:t>
            </a:r>
            <a:r>
              <a:rPr lang="en-GB" dirty="0"/>
              <a:t> to extract key research concepts and organizing them into a </a:t>
            </a:r>
            <a:r>
              <a:rPr lang="en-GB" b="1" dirty="0" err="1"/>
              <a:t>keyphrase</a:t>
            </a:r>
            <a:r>
              <a:rPr lang="en-GB" b="1" dirty="0"/>
              <a:t> × institution matrix,</a:t>
            </a:r>
            <a:r>
              <a:rPr lang="en-GB" dirty="0"/>
              <a:t> we created the foundation of a knowledge graph that reveals who is working on what, how research themes are distributed, and where overlaps or gaps exist across organisations.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8940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B8E47-EC71-3A06-4F73-12495B92B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DF08F18-534E-CB7E-BDDF-D41BFCCE4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9514" y="365125"/>
            <a:ext cx="61722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4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E6BB-8527-AF53-1825-A4CD27D2E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Commands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B3FBF-B1DE-3697-484C-72C90B0DF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# Install dependencies</a:t>
            </a:r>
          </a:p>
          <a:p>
            <a:r>
              <a:rPr lang="en-IN" sz="2400" b="1" dirty="0"/>
              <a:t>pip install -e .</a:t>
            </a:r>
          </a:p>
          <a:p>
            <a:endParaRPr lang="en-IN" sz="2400" dirty="0"/>
          </a:p>
          <a:p>
            <a:r>
              <a:rPr lang="en-IN" sz="2400" dirty="0"/>
              <a:t># Run full pipeline (Convert -&gt; Extract -&gt; Merge)</a:t>
            </a:r>
          </a:p>
          <a:p>
            <a:r>
              <a:rPr lang="en-IN" sz="2400" b="1" dirty="0"/>
              <a:t>python scripts/extract_keywords_from_reports.py --merge</a:t>
            </a:r>
          </a:p>
          <a:p>
            <a:endParaRPr lang="en-IN" sz="2400" dirty="0"/>
          </a:p>
          <a:p>
            <a:r>
              <a:rPr lang="en-IN" sz="2400" dirty="0"/>
              <a:t># Generate Matrix and HTML reports</a:t>
            </a:r>
          </a:p>
          <a:p>
            <a:r>
              <a:rPr lang="en-IN" sz="2400" b="1" dirty="0"/>
              <a:t>python scripts/build_keyphrase_table.py</a:t>
            </a:r>
          </a:p>
        </p:txBody>
      </p:sp>
    </p:spTree>
    <p:extLst>
      <p:ext uri="{BB962C8B-B14F-4D97-AF65-F5344CB8AC3E}">
        <p14:creationId xmlns:p14="http://schemas.microsoft.com/office/powerpoint/2010/main" val="3607603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1B84-0F7B-DA2A-54DF-70DDBD93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Deliverables &amp; Outputs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276C6-949A-BAF6-DED7-E94D7BA67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1" y="1284514"/>
            <a:ext cx="10515600" cy="50448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/>
              <a:t>keyphrase_matrix.csv:</a:t>
            </a:r>
            <a:r>
              <a:rPr lang="en-IN" sz="2400" dirty="0"/>
              <a:t> A matrix of </a:t>
            </a:r>
            <a:r>
              <a:rPr lang="en-IN" sz="2400" dirty="0" err="1"/>
              <a:t>keyphrases</a:t>
            </a:r>
            <a:r>
              <a:rPr lang="en-IN" sz="2400" dirty="0"/>
              <a:t> × institutions, including "Total" and "</a:t>
            </a:r>
            <a:r>
              <a:rPr lang="en-IN" sz="2400" dirty="0" err="1"/>
              <a:t>N_institutions</a:t>
            </a:r>
            <a:r>
              <a:rPr lang="en-IN" sz="2400" dirty="0"/>
              <a:t>" counts.</a:t>
            </a:r>
          </a:p>
          <a:p>
            <a:r>
              <a:rPr lang="en-IN" sz="2400" dirty="0">
                <a:hlinkClick r:id="rId2"/>
              </a:rPr>
              <a:t>https://github.com/semanticClimate/txt2phrases/blob/reports/Examples/otvirare/india_plant_reports/keyphrase_matrix.csv</a:t>
            </a:r>
            <a:r>
              <a:rPr lang="en-IN" sz="2400" dirty="0"/>
              <a:t> </a:t>
            </a:r>
          </a:p>
          <a:p>
            <a:r>
              <a:rPr lang="en-IN" sz="2400" b="1" dirty="0"/>
              <a:t>keyphrase_datatables.html:</a:t>
            </a:r>
            <a:r>
              <a:rPr lang="en-IN" sz="2400" dirty="0"/>
              <a:t> An interactive, searchable, and paginated table using the jQuery </a:t>
            </a:r>
            <a:r>
              <a:rPr lang="en-IN" sz="2400" dirty="0" err="1"/>
              <a:t>DataTables</a:t>
            </a:r>
            <a:r>
              <a:rPr lang="en-IN" sz="2400" dirty="0"/>
              <a:t> library.</a:t>
            </a:r>
          </a:p>
          <a:p>
            <a:r>
              <a:rPr lang="en-IN" sz="2400" dirty="0">
                <a:hlinkClick r:id="rId3"/>
              </a:rPr>
              <a:t>https://github.com/semanticClimate/txt2phrases/blob/reports/Examples/otvirare/india_plant_reports/keyphrase_datatables.html</a:t>
            </a:r>
            <a:endParaRPr lang="en-IN" sz="2400" dirty="0"/>
          </a:p>
          <a:p>
            <a:r>
              <a:rPr lang="en-IN" sz="2400" b="1" dirty="0"/>
              <a:t>keyphrase_table.html:</a:t>
            </a:r>
            <a:r>
              <a:rPr lang="en-IN" sz="2400" dirty="0"/>
              <a:t> A lightweight, static HTML version of the matrix for accessibility without JavaScript.</a:t>
            </a:r>
          </a:p>
          <a:p>
            <a:r>
              <a:rPr lang="en-GB" sz="2400" dirty="0">
                <a:hlinkClick r:id="rId4"/>
              </a:rPr>
              <a:t>https://github.com/semanticClimate/txt2phrases/blob/reports/Examples/otvirare/india_plant_reports/keyphrase_table.html</a:t>
            </a: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307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4B553-92A0-C37A-F44F-FDD127030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82BB36-626D-2C93-3D8B-8A58A22B8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5125"/>
            <a:ext cx="1051560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5BF1-E5A3-DA17-78EC-FD0BC3D3D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2000" dirty="0">
                <a:hlinkClick r:id="rId2"/>
              </a:rPr>
              <a:t>https://github.com/semanticClimate/internship_sC/blob/sakshi-gupta/txt2phrases/knowledge_graph.html</a:t>
            </a:r>
            <a:br>
              <a:rPr lang="en-GB" sz="2000" dirty="0"/>
            </a:br>
            <a:br>
              <a:rPr lang="en-GB" sz="2000" dirty="0"/>
            </a:br>
            <a:br>
              <a:rPr lang="en-GB" sz="2000" dirty="0"/>
            </a:br>
            <a:endParaRPr lang="en-IN" sz="2000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9190C6B-4934-2CDC-5023-D245ECA577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14" y="1186543"/>
            <a:ext cx="10341429" cy="499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2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C07F-4A64-329F-7F7A-4ECFAB3B8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txt2phrases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9D7263-2315-8CD6-61FD-4434851C5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77143"/>
            <a:ext cx="10515600" cy="272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00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F2D44-40F6-6099-9310-D9EF35E5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Outputs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12F8A-124A-8743-2F04-F3FB1F53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>
                <a:hlinkClick r:id="rId2"/>
              </a:rPr>
              <a:t>Encyclopedia</a:t>
            </a:r>
            <a:endParaRPr lang="en-IN" dirty="0">
              <a:hlinkClick r:id="rId2"/>
            </a:endParaRPr>
          </a:p>
          <a:p>
            <a:r>
              <a:rPr lang="en-IN" dirty="0">
                <a:hlinkClick r:id="rId2"/>
              </a:rPr>
              <a:t> </a:t>
            </a:r>
            <a:r>
              <a:rPr lang="en-IN" dirty="0">
                <a:hlinkClick r:id="rId3"/>
              </a:rPr>
              <a:t>https://github.com/semanticClimate/internship_sC/blob/sakshi-gupta/txt2phrases/wordslist_dict%20(3).html</a:t>
            </a:r>
            <a:endParaRPr lang="en-IN" dirty="0"/>
          </a:p>
          <a:p>
            <a:endParaRPr lang="en-IN" dirty="0"/>
          </a:p>
          <a:p>
            <a:r>
              <a:rPr lang="en-IN" dirty="0">
                <a:hlinkClick r:id="rId4"/>
              </a:rPr>
              <a:t>Knowledge graph</a:t>
            </a:r>
          </a:p>
          <a:p>
            <a:r>
              <a:rPr lang="en-IN" dirty="0">
                <a:hlinkClick r:id="rId4"/>
              </a:rPr>
              <a:t>https://github.com/semanticClimate/internship_sC/blob/sakshi-gupta/txt2phrases/encyclopedia_kg_visual%20(2).html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hlinkClick r:id="rId5"/>
              </a:rPr>
              <a:t>https://github.com/semanticClimate/txt2phrases/blob/reports/Examples/otvirare/india_plant_reports/merged_keywords.csv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796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687A-C115-1811-D852-29FE7173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243EB6-C73B-F364-4845-8FFB3BA94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14" y="365125"/>
            <a:ext cx="1062668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877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7CE06-0979-2089-777C-918C900F8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BA6EF4-BEC9-85A0-E3F9-1BA0683226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130" y="365126"/>
            <a:ext cx="1061567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23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</TotalTime>
  <Words>425</Words>
  <Application>Microsoft Office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Presentation: Keyphrases Extraction Workflow</vt:lpstr>
      <vt:lpstr>Goal </vt:lpstr>
      <vt:lpstr>  </vt:lpstr>
      <vt:lpstr>Commands </vt:lpstr>
      <vt:lpstr>Deliverables &amp; Outputs </vt:lpstr>
      <vt:lpstr>PowerPoint Presentation</vt:lpstr>
      <vt:lpstr>https://github.com/semanticClimate/internship_sC/blob/sakshi-gupta/txt2phrases/knowledge_graph.html   </vt:lpstr>
      <vt:lpstr>txt2phrases</vt:lpstr>
      <vt:lpstr>Outputs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gupta</dc:creator>
  <cp:lastModifiedBy>sakshi gupta</cp:lastModifiedBy>
  <cp:revision>1</cp:revision>
  <dcterms:created xsi:type="dcterms:W3CDTF">2026-02-23T05:56:36Z</dcterms:created>
  <dcterms:modified xsi:type="dcterms:W3CDTF">2026-02-25T06:14:58Z</dcterms:modified>
</cp:coreProperties>
</file>