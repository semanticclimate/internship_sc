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07"/>
    <p:restoredTop sz="94660"/>
  </p:normalViewPr>
  <p:slideViewPr>
    <p:cSldViewPr snapToGrid="0">
      <p:cViewPr>
        <p:scale>
          <a:sx n="140" d="100"/>
          <a:sy n="140" d="100"/>
        </p:scale>
        <p:origin x="24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492B-2988-FE13-ABC1-0FFCE6102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8739D-7D63-158E-B96D-6FC1BB87C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AC585-789A-8EDB-C874-11DE4157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1E5E4-002F-AD90-B6DB-AC7488ED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7C6B-EC57-77A0-A806-E6618AD5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63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3009-3B27-7187-61F6-48184F52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6AC40-6C06-3839-AF97-669B3AB3D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562BD-593E-2179-6B5C-3F0633F2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C1594-B972-3581-2BED-C6006FDB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152A1-C93D-BEC6-2D61-24F393BC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2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7377-70EC-A3CE-CB05-499B2820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DCBCA-8854-B8C9-D3B0-2AFFB83A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E629-2272-8BB6-A457-57F14CE3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796E3-ACFC-9B24-6642-EAD1C0D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5891E-EA1B-CFFD-0590-ED0F52C4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5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ED-FD40-C696-03A9-5C85E82B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9690-C610-7478-B561-B0ACA4C19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F3A80-B3C4-3E80-ED2E-73CFFF9F7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1EB82-2A20-E691-EECF-5667460C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A456D-2202-BCFF-429E-461B844D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8097C-F96F-39AB-0CF9-A1E77031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8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8B1B-5985-3F43-A44E-5A1A26FE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C3F62-4305-4BA0-5AFF-BA5439CA7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20AF4-8A48-A588-AB37-A63F0DCA1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552E5-3822-5086-DEF0-F0F535567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355BA-A6FF-1C43-EA67-D7920173B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767147-EE11-557A-2933-FB985A1E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57CBA3-9111-BFE4-966E-FC2C1644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DD7BF-6210-D6E3-83B1-B3B3FDEF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9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885C-9ABC-6DE4-1D51-761752E3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EFDF7-5F87-5E69-0174-7F8DA825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DCD44-E3AD-4759-9BDE-5BD94EE0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E2024-4EF7-6282-3801-7E1C34A9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3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6DCF8-70A3-52E4-F79B-1428971D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87C5C-0AD1-C12A-12A2-925BD2B3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3664-EA91-D270-4D0A-D8C7FC62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D1B1-22FC-3E0C-1F3C-C21A118E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51BEA-AA17-B426-E2D8-83E904B55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D7D99-D711-22CC-2F52-BE14D0892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71C16-2EE5-794A-290D-D12A7F46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A9C15-AC99-821F-183D-3F735156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73300-0D76-B067-5776-CD462552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50DB-A0A3-4C6F-7002-A9F32DF3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433AC-20F1-5363-765C-FB7B01723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D22B3-7A5E-0C78-31C4-62585C5F0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C7EF5-51A8-5088-F239-31020079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4E9EA-1E8C-0C8C-0E04-860CD8BD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06299-E1AD-72C6-8E9F-5B0FFC2C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FE86-661D-77DD-8144-7322A58C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C9882-7E19-A15E-8B0B-5AB17B3B6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DF377-E091-AE5E-120C-16865992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67243-5A68-FE93-3168-05105F02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60350-9A38-DC3C-B1AD-602CFD66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9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22507-820C-66D7-BBC3-3DCA0B1D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D489D-631E-3C17-9536-984D4C6DD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779EF-2DEC-83D9-1986-45DFCF5D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C7F4E-A7DB-26A6-F97A-4BE051D2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A1F8C-3C31-3494-DEDC-69E018C9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728-6F80-6DCD-195E-CF9F6FEB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46F4F-09EA-713E-7790-738D78734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1D1B2-262E-1641-6ECF-1273ADA7C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4081E-4D5B-DC47-AF23-80E9B1F586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F5174-730F-9865-45E3-3CA1A9E4F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C81CF-07C9-BC66-1AD3-BFD0A75BC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F65D9-B764-C841-A88E-72FF486AE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B63C-A5F2-3F3E-AB02-C835C346F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#semantic</a:t>
            </a:r>
            <a:r>
              <a:rPr lang="en-US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Climate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CEFC2-36FC-171A-BEE9-3C07126554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Encyclopedia &amp; Knowledge Graph Creation by 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Arhaan Azmi</a:t>
            </a:r>
          </a:p>
          <a:p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Topic: 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Chemical ecology of plant insect interactions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7F9691-D150-F0CD-7A69-C2B3B41EB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33020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51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64A6-1EB8-516A-0FE4-C82A5BC8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2FF6-B46D-BDF6-2AB6-3A310EEA0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CBE85-3595-5B5E-FC07-F3369437B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A85C3-7BE1-B8B4-599B-3B26895E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" y="1103501"/>
            <a:ext cx="11106912" cy="40693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9393EF-A702-E5A1-30FC-CA10B3E683D5}"/>
              </a:ext>
            </a:extLst>
          </p:cNvPr>
          <p:cNvSpPr txBox="1"/>
          <p:nvPr/>
        </p:nvSpPr>
        <p:spPr>
          <a:xfrm>
            <a:off x="3046476" y="4798026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Current Pipeline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172B5A0-2103-E9B1-1EFC-D65ABD273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30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7596-FF75-C970-3482-3FA0992B0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EB2A-BE0C-9C97-4197-310B77B9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D0542-004A-E820-47F8-BA2E6D155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705FF1-E873-2187-CA7D-91AC6F7CC655}"/>
              </a:ext>
            </a:extLst>
          </p:cNvPr>
          <p:cNvSpPr txBox="1"/>
          <p:nvPr/>
        </p:nvSpPr>
        <p:spPr>
          <a:xfrm>
            <a:off x="952500" y="246380"/>
            <a:ext cx="70713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 1: 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Search &amp; retrieve scientific papers from EU PMC using </a:t>
            </a:r>
            <a:r>
              <a:rPr lang="en-US" sz="2800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pygetpapers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1.2.3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380A985-F481-1CE8-2104-B0E8B9AF3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AEDBD1-B988-CFAA-E7E2-2CBE77AD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50" y="1363797"/>
            <a:ext cx="7772400" cy="49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4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8F69-6C32-0477-F43A-0F499CC4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45B5-D2D8-D69A-F4E4-F7738328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2F069-2287-0EA4-3593-8699138B2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DDCF68-4B3E-8628-08A0-D98F18E6694E}"/>
              </a:ext>
            </a:extLst>
          </p:cNvPr>
          <p:cNvSpPr txBox="1"/>
          <p:nvPr/>
        </p:nvSpPr>
        <p:spPr>
          <a:xfrm>
            <a:off x="952500" y="246380"/>
            <a:ext cx="93162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 2: 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</a:t>
            </a:r>
            <a:r>
              <a:rPr lang="en-US" sz="2800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txt2phrases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to convert the retrieved PDFs into TXT files and extract key phrases from them.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831DA9F-5912-0B5A-8FC9-CD5DB59BB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BE10E3-97D1-179D-A7B0-3CF5F2F1E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576401"/>
            <a:ext cx="6968804" cy="682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A6D95-74E8-A69A-CA44-4C12EBF0A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634482"/>
            <a:ext cx="6968804" cy="689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1321D-CC10-4296-FFEC-1E716B371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00" y="1319232"/>
            <a:ext cx="32893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5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AF805-2081-174B-10CF-6CEAF4DD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B2AF-661D-2F41-9238-0EDE0548A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6940C-6D74-E9C1-B8AD-F5F92440B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70BB6-5B00-E3CD-5A3E-F91933684736}"/>
              </a:ext>
            </a:extLst>
          </p:cNvPr>
          <p:cNvSpPr txBox="1"/>
          <p:nvPr/>
        </p:nvSpPr>
        <p:spPr>
          <a:xfrm>
            <a:off x="952500" y="246380"/>
            <a:ext cx="70713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 3: 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an Encyclopedia from the extracted key phrases using </a:t>
            </a:r>
            <a:r>
              <a:rPr lang="en-US" sz="2800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amilib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1.1.2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509C64D-32BC-4F98-9D51-377A7A7B9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9E73C5-C1CD-E9DD-94A8-50865C7BE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337285"/>
            <a:ext cx="9165372" cy="52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9BD0-E041-5DDC-3C67-EF733497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0FAE-8F11-7289-B2F4-FF374C9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39B7B-B800-18CF-BDF4-0FC223D8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FEF5949-D83E-FE4B-E02D-75BA792D3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158D70-4F37-695C-804A-764A775EC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84" y="246380"/>
            <a:ext cx="10085832" cy="5871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052A6E-ADF8-0E7A-8C03-32A4691227E6}"/>
              </a:ext>
            </a:extLst>
          </p:cNvPr>
          <p:cNvSpPr txBox="1"/>
          <p:nvPr/>
        </p:nvSpPr>
        <p:spPr>
          <a:xfrm>
            <a:off x="2242566" y="6316663"/>
            <a:ext cx="7706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Encyclopedia on Chemical ecology of plant insect interactions</a:t>
            </a:r>
          </a:p>
        </p:txBody>
      </p:sp>
    </p:spTree>
    <p:extLst>
      <p:ext uri="{BB962C8B-B14F-4D97-AF65-F5344CB8AC3E}">
        <p14:creationId xmlns:p14="http://schemas.microsoft.com/office/powerpoint/2010/main" val="310688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750EF-FB5C-E23B-ECCB-AC9403F8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9270-5386-BAB0-A45E-C8C3A9A6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63ECF-77FD-9F61-2698-8EC353FC0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F2FDC-12B2-E967-EC7D-1B82034D6981}"/>
              </a:ext>
            </a:extLst>
          </p:cNvPr>
          <p:cNvSpPr txBox="1"/>
          <p:nvPr/>
        </p:nvSpPr>
        <p:spPr>
          <a:xfrm>
            <a:off x="952500" y="246380"/>
            <a:ext cx="85481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 4: 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the generated encyclopedia as input to a standalone script to create a knowledge graph.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3D0E97E-E895-199C-255F-428C6191E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1EE5CB-13EA-F6DA-271B-8B98FCB1C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64680"/>
            <a:ext cx="5465531" cy="5136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5ADDD6-3AAF-C15D-DD95-D08BFACF7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4225385"/>
            <a:ext cx="5915406" cy="19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5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171A7-E7F0-4A8A-28CB-DDA8F3A4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7A28-A90A-1FEA-2207-AF8D9D12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2" y="365125"/>
            <a:ext cx="1235927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FA52B-D39D-0A91-0DA6-FD85D82D7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C03A82C-DE01-B182-93EC-2D9E1B7F8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" y="0"/>
            <a:ext cx="492760" cy="49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FD27C5-9100-339E-8195-B2ACB69EEF2D}"/>
              </a:ext>
            </a:extLst>
          </p:cNvPr>
          <p:cNvSpPr txBox="1"/>
          <p:nvPr/>
        </p:nvSpPr>
        <p:spPr>
          <a:xfrm>
            <a:off x="1925955" y="6311900"/>
            <a:ext cx="8340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Knowledge Graph on Chemical ecology of plant insect interactions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2CEF9-025A-E8EF-3EE9-7D2754DA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2920"/>
            <a:ext cx="10180320" cy="591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80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C8C7-1C2F-826B-C397-1799C4C7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D6B8-058E-0EF1-F634-416A02AAE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2031"/>
            <a:ext cx="9144000" cy="2387600"/>
          </a:xfrm>
        </p:spPr>
        <p:txBody>
          <a:bodyPr/>
          <a:lstStyle/>
          <a:p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Thank You!</a:t>
            </a:r>
            <a:endParaRPr lang="en-US" b="1" i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CBDD4-FBC5-6598-E3C4-5F390A661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7DF645-3973-344E-1302-130D2526F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160020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5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122</Words>
  <Application>Microsoft Macintosh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Helvetica Neue</vt:lpstr>
      <vt:lpstr>Office Theme</vt:lpstr>
      <vt:lpstr>#semanticClimate</vt:lpstr>
      <vt:lpstr> </vt:lpstr>
      <vt:lpstr> </vt:lpstr>
      <vt:lpstr> </vt:lpstr>
      <vt:lpstr> </vt:lpstr>
      <vt:lpstr> </vt:lpstr>
      <vt:lpstr> </vt:lpstr>
      <vt:lpstr>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Arhaan Azmi</dc:creator>
  <cp:lastModifiedBy>Arhaan Azmi</cp:lastModifiedBy>
  <cp:revision>5</cp:revision>
  <dcterms:created xsi:type="dcterms:W3CDTF">2026-02-01T19:21:39Z</dcterms:created>
  <dcterms:modified xsi:type="dcterms:W3CDTF">2026-02-09T07:46:45Z</dcterms:modified>
</cp:coreProperties>
</file>